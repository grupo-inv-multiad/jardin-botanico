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5143500" cx="9144000"/>
  <p:notesSz cx="6858000" cy="9144000"/>
  <p:embeddedFontLst>
    <p:embeddedFont>
      <p:font typeface="Lora Medium"/>
      <p:regular r:id="rId49"/>
      <p:bold r:id="rId50"/>
      <p:italic r:id="rId51"/>
      <p:boldItalic r:id="rId52"/>
    </p:embeddedFont>
    <p:embeddedFont>
      <p:font typeface="Montserrat SemiBold"/>
      <p:regular r:id="rId53"/>
      <p:bold r:id="rId54"/>
      <p:italic r:id="rId55"/>
      <p:boldItalic r:id="rId56"/>
    </p:embeddedFont>
    <p:embeddedFont>
      <p:font typeface="Lato"/>
      <p:regular r:id="rId57"/>
      <p:bold r:id="rId58"/>
      <p:italic r:id="rId59"/>
      <p:boldItalic r:id="rId60"/>
    </p:embeddedFont>
    <p:embeddedFont>
      <p:font typeface="Montserrat"/>
      <p:regular r:id="rId61"/>
      <p:bold r:id="rId62"/>
      <p:italic r:id="rId63"/>
      <p:boldItalic r:id="rId64"/>
    </p:embeddedFont>
    <p:embeddedFont>
      <p:font typeface="Lora SemiBold"/>
      <p:regular r:id="rId65"/>
      <p:bold r:id="rId66"/>
      <p:italic r:id="rId67"/>
      <p:boldItalic r:id="rId68"/>
    </p:embeddedFont>
    <p:embeddedFont>
      <p:font typeface="Lato Light"/>
      <p:regular r:id="rId69"/>
      <p:bold r:id="rId70"/>
      <p:italic r:id="rId71"/>
      <p:boldItalic r:id="rId72"/>
    </p:embeddedFont>
    <p:embeddedFont>
      <p:font typeface="Lato Hairline"/>
      <p:regular r:id="rId73"/>
      <p:bold r:id="rId74"/>
      <p:italic r:id="rId75"/>
      <p:boldItalic r:id="rId76"/>
    </p:embeddedFont>
    <p:embeddedFont>
      <p:font typeface="Lora"/>
      <p:regular r:id="rId77"/>
      <p:bold r:id="rId78"/>
      <p:italic r:id="rId79"/>
      <p:boldItalic r:id="rId8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Lora-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font" Target="fonts/LoraMedium-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LatoHairline-regular.fntdata"/><Relationship Id="rId72" Type="http://schemas.openxmlformats.org/officeDocument/2006/relationships/font" Target="fonts/LatoLight-boldItalic.fntdata"/><Relationship Id="rId31" Type="http://schemas.openxmlformats.org/officeDocument/2006/relationships/slide" Target="slides/slide26.xml"/><Relationship Id="rId75" Type="http://schemas.openxmlformats.org/officeDocument/2006/relationships/font" Target="fonts/LatoHairline-italic.fntdata"/><Relationship Id="rId30" Type="http://schemas.openxmlformats.org/officeDocument/2006/relationships/slide" Target="slides/slide25.xml"/><Relationship Id="rId74" Type="http://schemas.openxmlformats.org/officeDocument/2006/relationships/font" Target="fonts/LatoHairline-bold.fntdata"/><Relationship Id="rId33" Type="http://schemas.openxmlformats.org/officeDocument/2006/relationships/slide" Target="slides/slide28.xml"/><Relationship Id="rId77" Type="http://schemas.openxmlformats.org/officeDocument/2006/relationships/font" Target="fonts/Lora-regular.fntdata"/><Relationship Id="rId32" Type="http://schemas.openxmlformats.org/officeDocument/2006/relationships/slide" Target="slides/slide27.xml"/><Relationship Id="rId76" Type="http://schemas.openxmlformats.org/officeDocument/2006/relationships/font" Target="fonts/LatoHairline-boldItalic.fntdata"/><Relationship Id="rId35" Type="http://schemas.openxmlformats.org/officeDocument/2006/relationships/slide" Target="slides/slide30.xml"/><Relationship Id="rId79" Type="http://schemas.openxmlformats.org/officeDocument/2006/relationships/font" Target="fonts/Lora-italic.fntdata"/><Relationship Id="rId34" Type="http://schemas.openxmlformats.org/officeDocument/2006/relationships/slide" Target="slides/slide29.xml"/><Relationship Id="rId78" Type="http://schemas.openxmlformats.org/officeDocument/2006/relationships/font" Target="fonts/Lora-bold.fntdata"/><Relationship Id="rId71" Type="http://schemas.openxmlformats.org/officeDocument/2006/relationships/font" Target="fonts/LatoLight-italic.fntdata"/><Relationship Id="rId70" Type="http://schemas.openxmlformats.org/officeDocument/2006/relationships/font" Target="fonts/LatoLight-bold.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Montserrat-bold.fntdata"/><Relationship Id="rId61" Type="http://schemas.openxmlformats.org/officeDocument/2006/relationships/font" Target="fonts/Montserrat-regular.fntdata"/><Relationship Id="rId20" Type="http://schemas.openxmlformats.org/officeDocument/2006/relationships/slide" Target="slides/slide15.xml"/><Relationship Id="rId64" Type="http://schemas.openxmlformats.org/officeDocument/2006/relationships/font" Target="fonts/Montserrat-boldItalic.fntdata"/><Relationship Id="rId63" Type="http://schemas.openxmlformats.org/officeDocument/2006/relationships/font" Target="fonts/Montserrat-italic.fntdata"/><Relationship Id="rId22" Type="http://schemas.openxmlformats.org/officeDocument/2006/relationships/slide" Target="slides/slide17.xml"/><Relationship Id="rId66" Type="http://schemas.openxmlformats.org/officeDocument/2006/relationships/font" Target="fonts/LoraSemiBold-bold.fntdata"/><Relationship Id="rId21" Type="http://schemas.openxmlformats.org/officeDocument/2006/relationships/slide" Target="slides/slide16.xml"/><Relationship Id="rId65" Type="http://schemas.openxmlformats.org/officeDocument/2006/relationships/font" Target="fonts/LoraSemiBold-regular.fntdata"/><Relationship Id="rId24" Type="http://schemas.openxmlformats.org/officeDocument/2006/relationships/slide" Target="slides/slide19.xml"/><Relationship Id="rId68" Type="http://schemas.openxmlformats.org/officeDocument/2006/relationships/font" Target="fonts/LoraSemiBold-boldItalic.fntdata"/><Relationship Id="rId23" Type="http://schemas.openxmlformats.org/officeDocument/2006/relationships/slide" Target="slides/slide18.xml"/><Relationship Id="rId67" Type="http://schemas.openxmlformats.org/officeDocument/2006/relationships/font" Target="fonts/LoraSemiBold-italic.fntdata"/><Relationship Id="rId60" Type="http://schemas.openxmlformats.org/officeDocument/2006/relationships/font" Target="fonts/Lato-boldItalic.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LatoLight-regular.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LoraMedium-italic.fntdata"/><Relationship Id="rId50" Type="http://schemas.openxmlformats.org/officeDocument/2006/relationships/font" Target="fonts/LoraMedium-bold.fntdata"/><Relationship Id="rId53" Type="http://schemas.openxmlformats.org/officeDocument/2006/relationships/font" Target="fonts/MontserratSemiBold-regular.fntdata"/><Relationship Id="rId52" Type="http://schemas.openxmlformats.org/officeDocument/2006/relationships/font" Target="fonts/LoraMedium-boldItalic.fntdata"/><Relationship Id="rId11" Type="http://schemas.openxmlformats.org/officeDocument/2006/relationships/slide" Target="slides/slide6.xml"/><Relationship Id="rId55" Type="http://schemas.openxmlformats.org/officeDocument/2006/relationships/font" Target="fonts/MontserratSemiBold-italic.fntdata"/><Relationship Id="rId10" Type="http://schemas.openxmlformats.org/officeDocument/2006/relationships/slide" Target="slides/slide5.xml"/><Relationship Id="rId54" Type="http://schemas.openxmlformats.org/officeDocument/2006/relationships/font" Target="fonts/MontserratSemiBold-bold.fntdata"/><Relationship Id="rId13" Type="http://schemas.openxmlformats.org/officeDocument/2006/relationships/slide" Target="slides/slide8.xml"/><Relationship Id="rId57" Type="http://schemas.openxmlformats.org/officeDocument/2006/relationships/font" Target="fonts/Lato-regular.fntdata"/><Relationship Id="rId12" Type="http://schemas.openxmlformats.org/officeDocument/2006/relationships/slide" Target="slides/slide7.xml"/><Relationship Id="rId56" Type="http://schemas.openxmlformats.org/officeDocument/2006/relationships/font" Target="fonts/MontserratSemiBold-boldItalic.fntdata"/><Relationship Id="rId15" Type="http://schemas.openxmlformats.org/officeDocument/2006/relationships/slide" Target="slides/slide10.xml"/><Relationship Id="rId59" Type="http://schemas.openxmlformats.org/officeDocument/2006/relationships/font" Target="fonts/Lato-italic.fntdata"/><Relationship Id="rId14" Type="http://schemas.openxmlformats.org/officeDocument/2006/relationships/slide" Target="slides/slide9.xml"/><Relationship Id="rId58" Type="http://schemas.openxmlformats.org/officeDocument/2006/relationships/font" Target="fonts/Lato-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Vamos a dar inicio a la </a:t>
            </a:r>
            <a:r>
              <a:rPr lang="es"/>
              <a:t>presentación</a:t>
            </a:r>
            <a:r>
              <a:rPr lang="es"/>
              <a:t> de nuestro proyecto de grado titulado….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86cc14ddad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86cc14ddad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Mi nombre es Dalia Muñoz y mi compañero es Maycol Hernandez, nuestro director de proyecto es el profesor Paulo Gaona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8e3b26323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8e3b26323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 </a:t>
            </a:r>
            <a:r>
              <a:rPr lang="es"/>
              <a:t>continuación</a:t>
            </a:r>
            <a:r>
              <a:rPr lang="es"/>
              <a:t> encontramos el resumen de la </a:t>
            </a:r>
            <a:r>
              <a:rPr lang="es"/>
              <a:t>presentación</a:t>
            </a:r>
            <a:r>
              <a:rPr lang="es"/>
              <a:t> donde mostraremos los aspectos </a:t>
            </a:r>
            <a:r>
              <a:rPr lang="es"/>
              <a:t>más</a:t>
            </a:r>
            <a:r>
              <a:rPr lang="es"/>
              <a:t> importantes del proyecto.</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8e3b26323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8e3b26323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Maycol - Teniendo en cuenta la forma como se generaba informacion antes y ahora con la situacion de la pandemia, es necesario desarrollar metodos para el manejo de la informacion que permitan su facil distribucion y acceso a las personas.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8e3b26323c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8e3b26323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Maycol - Por esto, nuestro proyecto se enfoca en el manejo de ambientes inmersivos de sitios culturales, en este caso, el jardin botanico de bogota; la gran cantidad de informacion que proporcionan a los visitantes hace necesaria la </a:t>
            </a:r>
            <a:r>
              <a:rPr lang="es"/>
              <a:t>creación</a:t>
            </a:r>
            <a:r>
              <a:rPr lang="es"/>
              <a:t> de un sistema inmersivo que permita facilitar el aprendizaje de las personas, integrando un sistemas de organizacion del conocimiento y georreferenciacion.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8e3b26323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8e3b26323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Maycol - Para obtener el interes de las personas en cuanto a las exposiciones del jardin botanico se formulo la siguiente pregunta...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8fce5e22f4_8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8fce5e22f4_8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8e3b2632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8e3b2632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Dalia - Pasando a  la </a:t>
            </a:r>
            <a:r>
              <a:rPr lang="es"/>
              <a:t>justificación</a:t>
            </a:r>
            <a:r>
              <a:rPr lang="es"/>
              <a:t> de nuestro proyecto, la </a:t>
            </a:r>
            <a:r>
              <a:rPr lang="es"/>
              <a:t>motivación</a:t>
            </a:r>
            <a:r>
              <a:rPr lang="es"/>
              <a:t> se enfoca en desarrollar estrategias de </a:t>
            </a:r>
            <a:r>
              <a:rPr lang="es"/>
              <a:t>formación</a:t>
            </a:r>
            <a:r>
              <a:rPr lang="es"/>
              <a:t> </a:t>
            </a:r>
            <a:r>
              <a:rPr lang="es"/>
              <a:t>tanto en el conocimiento que ofrece el jardin botanico de bogota que es nuestro caso de estudio como la concientización</a:t>
            </a:r>
            <a:r>
              <a:rPr lang="es"/>
              <a:t> de</a:t>
            </a:r>
            <a:r>
              <a:rPr lang="es"/>
              <a:t> las</a:t>
            </a:r>
            <a:r>
              <a:rPr lang="es"/>
              <a:t> personas por nuestro patrimonio cultural y ambiental</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8e3b2632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8e3b2632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Dalia - La idea de fomentar nuevas </a:t>
            </a:r>
            <a:r>
              <a:rPr lang="es"/>
              <a:t>tecnologías</a:t>
            </a:r>
            <a:r>
              <a:rPr lang="es"/>
              <a:t> en ambientes culturales por medio de herramientas como las mesas interactivas y los objetos tangibles permiten experimentar en un ambiente inmersivo sin dejar de lado el </a:t>
            </a:r>
            <a:r>
              <a:rPr lang="es"/>
              <a:t>interés</a:t>
            </a:r>
            <a:r>
              <a:rPr lang="es"/>
              <a:t> por recorrer el jardin, esta nueva perspectiva ofrece a los usuarios la oportunidad de conocer la informacion relevante que brinda el jardin botanico de forma agil y moderna.</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8e3b2632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8e3b2632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Dalia - Ahora enunciamos el siguiente objetivo general y los objetivos </a:t>
            </a:r>
            <a:r>
              <a:rPr lang="es"/>
              <a:t>específicos que seran nuestras metas a cumplir en</a:t>
            </a:r>
            <a:r>
              <a:rPr lang="es"/>
              <a:t> el proyecto.</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8e3b26323c_2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8e3b26323c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Dalia - El objetivo general es diseñar un modelo interactivo teniendo en cuenta la implementacion de un sistema de organizacion de conocimiento llamado KOS por sus siglas en ingles y la </a:t>
            </a:r>
            <a:r>
              <a:rPr lang="es"/>
              <a:t>georreferenciación</a:t>
            </a:r>
            <a:r>
              <a:rPr lang="es"/>
              <a:t> para acceder a recursos virtuales del jardin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8fe8227c69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8fe8227c69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Dalia - A partir del objetivo general, se formulan los siguientes objetivos </a:t>
            </a:r>
            <a:r>
              <a:rPr lang="es"/>
              <a:t>específicos</a:t>
            </a:r>
            <a:r>
              <a:rPr lang="es"/>
              <a:t> donde tratamos los aspectos relevantes para el desarrollo del proyecto, como son la estructura KOS, un sistema de </a:t>
            </a:r>
            <a:r>
              <a:rPr lang="es"/>
              <a:t>interacción</a:t>
            </a:r>
            <a:r>
              <a:rPr lang="es"/>
              <a:t> que comprende las mesas interactivas y el OT y finalmente la evaluacion del sistema a partir de estrategias de usabilidad.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8e3b2632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8e3b2632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Maycol - Para fundamentar nuestro proyecto, realizamos una investigacion con palabras clave como ambientes inmersivos, tecnologia en sitios culturales y turismo. A continuacion presentamos los mas relevantes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8f95f5fcb7_2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8f95f5fcb7_2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 el primer articulo, se relaciona la realidad virtual y la experiencia de parendizaje un un museo ubicado en China</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8f95f5fcb7_2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8f95f5fcb7_2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8f95f5fcb7_2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8f95f5fcb7_2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8f95f5fcb7_2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8f95f5fcb7_2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8e3b26323c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8e3b26323c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Dalia - El metodo de desarrollo aplicado es de tipo correlacional, este tipo de </a:t>
            </a:r>
            <a:r>
              <a:rPr lang="es"/>
              <a:t>investigación</a:t>
            </a:r>
            <a:r>
              <a:rPr lang="es"/>
              <a:t> nos permite analizar las variables involucradas y su grado de </a:t>
            </a:r>
            <a:r>
              <a:rPr lang="es"/>
              <a:t>relación d</a:t>
            </a:r>
            <a:r>
              <a:rPr lang="es"/>
              <a:t>eterminando el comportamiento de la </a:t>
            </a:r>
            <a:r>
              <a:rPr lang="es"/>
              <a:t>aplicación</a:t>
            </a:r>
            <a:r>
              <a:rPr lang="es"/>
              <a:t> tanto en el proceso </a:t>
            </a:r>
            <a:r>
              <a:rPr lang="es"/>
              <a:t>tecnológico</a:t>
            </a:r>
            <a:r>
              <a:rPr lang="es"/>
              <a:t> como el de aprendizaje.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8e3b26323c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8e3b26323c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Dalia - Dentro de las etapas de proceso encontramos las cinco primeras que son </a:t>
            </a:r>
            <a:r>
              <a:rPr lang="es"/>
              <a:t>formulación</a:t>
            </a:r>
            <a:r>
              <a:rPr lang="es"/>
              <a:t> de objetivos, </a:t>
            </a:r>
            <a:r>
              <a:rPr lang="es"/>
              <a:t>justificación</a:t>
            </a:r>
            <a:r>
              <a:rPr lang="es"/>
              <a:t> del proyecto, </a:t>
            </a:r>
            <a:r>
              <a:rPr lang="es"/>
              <a:t>hipótesis</a:t>
            </a:r>
            <a:r>
              <a:rPr lang="es"/>
              <a:t>, la </a:t>
            </a:r>
            <a:r>
              <a:rPr lang="es"/>
              <a:t>revisión</a:t>
            </a:r>
            <a:r>
              <a:rPr lang="es"/>
              <a:t> de literatura donde logramos definir nuestro valor agregado y el marco referencial, hasta el momento son los temas que se han presentado.</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Las  siguientes etapas comprende el desarrollo de software y pruebas de usabilidad donde esta todo el proceso de elaboracion del aplicativo y su </a:t>
            </a:r>
            <a:r>
              <a:rPr lang="es"/>
              <a:t>evaluación</a:t>
            </a:r>
            <a:r>
              <a:rPr lang="es"/>
              <a:t>, luego estan los resultados y </a:t>
            </a:r>
            <a:r>
              <a:rPr lang="es"/>
              <a:t>análisis</a:t>
            </a:r>
            <a:r>
              <a:rPr lang="es"/>
              <a:t> de dichas pruebas, finalizando con la validacion de la hipotesis donde se establecen las conclusiones del proyecto y se mencionan los posibles trabajos futuros.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8e3b26323c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8e3b26323c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Dalia - </a:t>
            </a:r>
            <a:r>
              <a:rPr lang="es"/>
              <a:t> Continuando con el componente de desarrollo </a:t>
            </a:r>
            <a:r>
              <a:rPr lang="es"/>
              <a:t>definimos cuatro fases de trabajo que </a:t>
            </a:r>
            <a:r>
              <a:rPr lang="es"/>
              <a:t>serían</a:t>
            </a:r>
            <a:r>
              <a:rPr lang="es"/>
              <a:t> nuestros requerimientos, cada una de ellas planteaba tareas concretas y se establecen en un cronograma de trabajo, las tres primeras etapas se desarrollaron casi de forma paralela, luego de cumplir con dichos requerimientos pasamos a realizar la pruebas finales, donde obtuvimos resultados y conclusiones del proceso.</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Vimos necesaria la implementacion de la </a:t>
            </a:r>
            <a:r>
              <a:rPr lang="es"/>
              <a:t>metodologia agil Scrumban un hibrido entre una metodologia ya reconocida por sus grandes aportes en el desarrollo de proyectos Scrum y la metodologia Kanban que esta enfocada en el desarrollo continuo de las actividades adaptandose a la situacion.</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Esta metodologia de desarrollo agil nos ayudo en el proceso de realizar las tareas de cada requerimiento de forma paralela cuando fue necesario para cumplir con el cronograma establecido al inicio del proyecto.</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86cc14ddad_1_9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86cc14ddad_1_9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Dalia - Las herramientas </a:t>
            </a:r>
            <a:r>
              <a:rPr lang="es"/>
              <a:t>tecnológicas</a:t>
            </a:r>
            <a:r>
              <a:rPr lang="es"/>
              <a:t> que se utilizaron se dividen en 4 procesos, en el diseño de la interfaz donde fue necesaria la creacion de los elementos graficos y la </a:t>
            </a:r>
            <a:r>
              <a:rPr lang="es"/>
              <a:t>estructura</a:t>
            </a:r>
            <a:r>
              <a:rPr lang="es"/>
              <a:t> inicial de la </a:t>
            </a:r>
            <a:r>
              <a:rPr lang="es"/>
              <a:t>aplicación; en el desarrollo, nuestra herramienta de implementacion del prototipo es el motor de desarrollo Unity junto con el manejo de librerias en lenguaje c#, para la base de datos se utilizo el motor sqlite.</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La libreria de Tangible Engine que la mesa interactiva trae por defecto para el reconocimiento de objetos tangibles fue configurada con el motor de desarrollo y finalmente están las herramientas que se utilizaron para la documentación final.</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8e3b26323c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8e3b26323c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Maycol - En el desarrollo del aplicativo veremos el planteamiento de la estructura del sistema navegacional, la </a:t>
            </a:r>
            <a:r>
              <a:rPr lang="es"/>
              <a:t>integración de</a:t>
            </a:r>
            <a:r>
              <a:rPr lang="es"/>
              <a:t> los recorridos dentro del aplicativo y los escenarios finales luego de definir el modelo de sistema de informacion.</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8e3b26323c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8e3b26323c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Maycol</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8e3b26323c_2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8e3b26323c_2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Maycol</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8e3b26323c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8e3b26323c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Maycol</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8e3b26323c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8e3b26323c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Dalia - Veremos en esta </a:t>
            </a:r>
            <a:r>
              <a:rPr lang="es"/>
              <a:t>sección</a:t>
            </a:r>
            <a:r>
              <a:rPr lang="es"/>
              <a:t> una demo del aplicativo en funcionamiento</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8e3b26323c_2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8e3b26323c_2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Dalia - Los elementos </a:t>
            </a:r>
            <a:r>
              <a:rPr lang="es"/>
              <a:t>gráficos</a:t>
            </a:r>
            <a:r>
              <a:rPr lang="es"/>
              <a:t> le permiten a usuario interpretar el uso del objeto tangible, en este caso observamos el </a:t>
            </a:r>
            <a:r>
              <a:rPr lang="es"/>
              <a:t>menú</a:t>
            </a:r>
            <a:r>
              <a:rPr lang="es"/>
              <a:t> principal y en el </a:t>
            </a:r>
            <a:r>
              <a:rPr lang="es"/>
              <a:t>módulo</a:t>
            </a:r>
            <a:r>
              <a:rPr lang="es"/>
              <a:t> de mapa los botones </a:t>
            </a:r>
            <a:r>
              <a:rPr lang="es"/>
              <a:t>más</a:t>
            </a:r>
            <a:r>
              <a:rPr lang="es"/>
              <a:t> grandes a diferencia de los normales, el uso del objeto les permite dividir la informacion y enfocarse en los conceptos que se muestran en pantalla, solo con el objeto se tiene acceso a </a:t>
            </a:r>
            <a:r>
              <a:rPr lang="es"/>
              <a:t>más</a:t>
            </a:r>
            <a:r>
              <a:rPr lang="es"/>
              <a:t> </a:t>
            </a:r>
            <a:r>
              <a:rPr lang="es"/>
              <a:t>información</a:t>
            </a:r>
            <a:r>
              <a:rPr lang="es"/>
              <a:t> o </a:t>
            </a:r>
            <a:r>
              <a:rPr lang="es"/>
              <a:t>más</a:t>
            </a:r>
            <a:r>
              <a:rPr lang="es"/>
              <a:t> </a:t>
            </a:r>
            <a:r>
              <a:rPr lang="es"/>
              <a:t>módulos</a:t>
            </a:r>
            <a:r>
              <a:rPr lang="es"/>
              <a: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8f95f5fcb7_3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8f95f5fcb7_3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Dalia - En este video podemos ver el modulo de recorridos, donde se implementa la georreferenciacion, los visitantes pueden ubicar tanto los puntos de interes como las rutas de los senderos que se explicaron anteriormente, </a:t>
            </a:r>
            <a:r>
              <a:rPr lang="es"/>
              <a:t>permitiéndoles</a:t>
            </a:r>
            <a:r>
              <a:rPr lang="es"/>
              <a:t> explorar mas a fondo el jardin y sus exposiciones. </a:t>
            </a:r>
            <a:endParaRPr/>
          </a:p>
          <a:p>
            <a:pPr indent="0" lvl="0" marL="0" rtl="0" algn="l">
              <a:spcBef>
                <a:spcPts val="0"/>
              </a:spcBef>
              <a:spcAft>
                <a:spcPts val="0"/>
              </a:spcAft>
              <a:buNone/>
            </a:pPr>
            <a:r>
              <a:rPr lang="es"/>
              <a:t>Este modulo ofrece una descripcion de cada recorrido, su duracion y las colecciones que se pueden conocer.</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8f95f5fcb7_3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8f95f5fcb7_3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Dalia - Dentro del modulo de especimenes encontramos la jerarquia basada en el sistema de organizacion de conocimiento, la estructura de arbol permite a los visitantes seguir una linea de informacion que les permite detallar mas a fondo sobre las especies vegetales de cada coleccion y de cada zona.</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Tambien se ofrece la descripcion de cada nivel y su asociacion con los siguientes niveles, para este prototipo se muestran dos especies por coleccion y se detallan sus caracteristicas y datos curiosos como la taxonomia que es suministrada por el jardin botanico mediante su pagina web y otras fuentes de informacion.</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8e3b26323c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8e3b26323c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Dalia - La siguiente etapa comprende los resultados y </a:t>
            </a:r>
            <a:r>
              <a:rPr lang="es"/>
              <a:t>análisis</a:t>
            </a:r>
            <a:r>
              <a:rPr lang="es"/>
              <a:t> de resultados a partir de las pruebas de usabilidad y aprendizaje planteadas para evaluar el prototipo final junto con los aportes que fueron realizados de acuerdo con cada una de las pruebas.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8e3b26323c_2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8e3b26323c_2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Dalia - Para la etapa de </a:t>
            </a:r>
            <a:r>
              <a:rPr lang="es"/>
              <a:t>evaluación</a:t>
            </a:r>
            <a:r>
              <a:rPr lang="es"/>
              <a:t> del aplicativo se realizo una prueba inicial con la que se identifico fortalezas del uso de las mesas interactivas y el objeto tangible </a:t>
            </a:r>
            <a:r>
              <a:rPr lang="es"/>
              <a:t>así</a:t>
            </a:r>
            <a:r>
              <a:rPr lang="es"/>
              <a:t> como mejoras en el planteamiento inicial de la interfaz de usuario y recomendaciones por parte de los participantes. En este caso se </a:t>
            </a:r>
            <a:r>
              <a:rPr lang="es"/>
              <a:t>utilizó</a:t>
            </a:r>
            <a:r>
              <a:rPr lang="es"/>
              <a:t> el sistema de escales de usabilidad SUS por sus siglas en ingles para medir el grado de usabilidad. </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En la ultima evaluacion del prototipo final, se realizan dos pruebas, una de usabilidad que se realiza para comprobar la asimilacion de las mejoras en la interfaz del aplicativo luego de la prueba inicial y la prueba de aprendizaje enfocada en el modulo de especimenes donde se testea la implementacion de la estructura KOS y la asociacion de conceptos a partir de esta. Fueron desarrolladas en diferentes circunstancias debido a la pandemia por lo que en la prueba de aprendizaje se plantea una version de escritorio.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8e3b26323c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8e3b26323c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Maycol - </a:t>
            </a:r>
            <a:r>
              <a:rPr lang="es"/>
              <a:t>Relación entre la usabilidad y el aprendizaje, indica la facilidad en la interacción humano-máquina, las personas exploran y se miden los errores durante el proceso tanto en la utilidad de los objetos tangibles como la interfaz en la mesa interactiva.</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8f95f5fcb7_3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8f95f5fcb7_3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a:t>Dalia - En la prueba de usabilidad desarrollada en la </a:t>
            </a:r>
            <a:r>
              <a:rPr lang="es"/>
              <a:t>evaluación</a:t>
            </a:r>
            <a:r>
              <a:rPr lang="es"/>
              <a:t> final del prototipo, los resultados arrojados demuestran la asimilacion de la estructura de la interfaz desarrollada luego de la prueba inicial, se realizo un modulo de ayuda donde se le proporciona informacion de uso del aplicativo. Mediante tareas propuestas, se miden los tiempos y errores o aciertos a la hora de explorar el prototipo con resultados favorables en la usabilidad. </a:t>
            </a:r>
            <a:endParaRPr/>
          </a:p>
          <a:p>
            <a:pPr indent="0" lvl="0" marL="0" rtl="0" algn="l">
              <a:lnSpc>
                <a:spcPct val="115000"/>
              </a:lnSpc>
              <a:spcBef>
                <a:spcPts val="1600"/>
              </a:spcBef>
              <a:spcAft>
                <a:spcPts val="1600"/>
              </a:spcAft>
              <a:buNone/>
            </a:pPr>
            <a:r>
              <a:rPr lang="es"/>
              <a:t>En la diapositiva vemos los resultados que estan relacionados con el aprendizaje de conceptos, los participantes respondieron de acuerdo con su experiencia y acertaron en la mayoria de preguntas que se les realizo.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531b6022d9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531b6022d9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a:t>Dalia - Se les plantea un entrenamiento para encontrar especimenes y colecciones dentro del aplicativo, luego se les pide realizar tres tareas que nos permitieron medir el tiempo de respuesta, sus aciertos y en la exploracion que se llevo a cabo en la tarea 2, medir su interes por el aplicativo y la informacion que contiene.</a:t>
            </a:r>
            <a:endParaRPr/>
          </a:p>
          <a:p>
            <a:pPr indent="0" lvl="0" marL="0" rtl="0" algn="l">
              <a:lnSpc>
                <a:spcPct val="115000"/>
              </a:lnSpc>
              <a:spcBef>
                <a:spcPts val="1600"/>
              </a:spcBef>
              <a:spcAft>
                <a:spcPts val="1600"/>
              </a:spcAft>
              <a:buNone/>
            </a:pPr>
            <a:r>
              <a:rPr lang="es"/>
              <a:t>Al final se realiza una encuesta de percepcion frente al uso del aplicativo, tomando en cuenta variables como navegabilidad, comprension y recuerdos de su experiencia.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531b6022d9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531b6022d9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a:t>Maycol - </a:t>
            </a:r>
            <a:r>
              <a:rPr lang="es"/>
              <a:t>Este artículo se realiza con la prueba inicial del aplicativo para validar la hipótesis del uso de objetos tangibles en ambientes inmersivos y su efectividad. </a:t>
            </a:r>
            <a:endParaRPr/>
          </a:p>
          <a:p>
            <a:pPr indent="0" lvl="0" marL="0" rtl="0" algn="l">
              <a:lnSpc>
                <a:spcPct val="115000"/>
              </a:lnSpc>
              <a:spcBef>
                <a:spcPts val="500"/>
              </a:spcBef>
              <a:spcAft>
                <a:spcPts val="500"/>
              </a:spcAft>
              <a:buNone/>
            </a:pPr>
            <a:r>
              <a:rPr lang="es"/>
              <a:t>El objetivo de esta investigación permitió evaluar el proceso de diseño y desarrollo del aplicativo, la experiencia con el objeto tangible y como mejorar en distintos escenarios gracias a los comentarios.</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531b6022d9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531b6022d9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Maycol - </a:t>
            </a:r>
            <a:r>
              <a:rPr lang="es"/>
              <a:t>El objetivo de este documento es el de establecer los logros durante el diseño y desarrollo del aplicativo luego de realizar una primera prueba para expandir el conocimiento de cómo elaborar las herramientas de interacción para la usabilidad y también se evalúa el aprendizaje de conceptos luego de definir el sistema KOS. Se identifican avances en el aprendizaje de conceptos y de la estructura del aplicativo, también comentarios favorables luego de encontrar interés por las especies del jardín y su información por parte de los participantes lo que corrobora la hipótesis del proyecto y el objetivo de despertar en las personas el interés y sentido de pertenencia por los ecosistemas del jardín.</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8e3b26323c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8e3b26323c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Dalia - En la ultima etapa de procesos, presentamos las conclusiones y trabajos futuros que son el resultado de todo el desarrollo de proyecto</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531b6022d9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531b6022d9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Dalia - Las personas son motivadas por la implementacion de herramientas tecnologicas y sus experiencias con la informacion presentada, la retroaliemntacion nos permitio evidenciar la asociacion de los conceptos y el interes que las personas mostraban por las exposiciones y las especies del lugar.</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Al implementar una estructura jerarquica, las personas lograron reconocer la linea de informacion que el aplicativo les mostraba, de esta forma las personas logran reconocer tambien el espacio natural y faciliar la ubicacion de cada nivel de la estructura dentro del mapa del jardin..</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8f95f5fcb7_3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8f95f5fcb7_3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Dalia - Por tanto la gestion de la informacion es mas estable y agil con el aplicativo, las personas pueden determinar los conceptos o la informacion necesaria para tener una visita llena de recursos y al dividir la informacion les permite abarcar mas informacion de interes durante su experiencia inmersiva.</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Las pruebas facilitaron la </a:t>
            </a:r>
            <a:r>
              <a:rPr lang="es"/>
              <a:t>interpretación</a:t>
            </a:r>
            <a:r>
              <a:rPr lang="es"/>
              <a:t> de la </a:t>
            </a:r>
            <a:r>
              <a:rPr lang="es"/>
              <a:t>interacción</a:t>
            </a:r>
            <a:r>
              <a:rPr lang="es"/>
              <a:t> de los participantes con el prototipo, logramos identificar el nivel de usabilidad y el impacto que se genero en las personas durante la </a:t>
            </a:r>
            <a:r>
              <a:rPr lang="es"/>
              <a:t>exploración</a:t>
            </a:r>
            <a:r>
              <a:rPr lang="es"/>
              <a:t> y las tareas planteadas.</a:t>
            </a:r>
            <a:endParaRPr/>
          </a:p>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531b6022d9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531b6022d9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Maycol</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8f95f5fcb7_3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8f95f5fcb7_3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Maycol</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8f95f5fcb7_3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8f95f5fcb7_3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8e3b26323c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8e3b26323c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363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274E13"/>
              </a:buClr>
              <a:buSzPts val="2400"/>
              <a:buNone/>
              <a:defRPr sz="2400">
                <a:solidFill>
                  <a:srgbClr val="274E13"/>
                </a:solidFill>
              </a:defRPr>
            </a:lvl1pPr>
            <a:lvl2pPr lvl="1" algn="ctr">
              <a:spcBef>
                <a:spcPts val="0"/>
              </a:spcBef>
              <a:spcAft>
                <a:spcPts val="0"/>
              </a:spcAft>
              <a:buClr>
                <a:srgbClr val="274E13"/>
              </a:buClr>
              <a:buSzPts val="2400"/>
              <a:buNone/>
              <a:defRPr sz="2400">
                <a:solidFill>
                  <a:srgbClr val="274E13"/>
                </a:solidFill>
              </a:defRPr>
            </a:lvl2pPr>
            <a:lvl3pPr lvl="2" algn="ctr">
              <a:spcBef>
                <a:spcPts val="0"/>
              </a:spcBef>
              <a:spcAft>
                <a:spcPts val="0"/>
              </a:spcAft>
              <a:buClr>
                <a:srgbClr val="274E13"/>
              </a:buClr>
              <a:buSzPts val="2400"/>
              <a:buNone/>
              <a:defRPr sz="2400">
                <a:solidFill>
                  <a:srgbClr val="274E13"/>
                </a:solidFill>
              </a:defRPr>
            </a:lvl3pPr>
            <a:lvl4pPr lvl="3" algn="ctr">
              <a:spcBef>
                <a:spcPts val="0"/>
              </a:spcBef>
              <a:spcAft>
                <a:spcPts val="0"/>
              </a:spcAft>
              <a:buClr>
                <a:srgbClr val="274E13"/>
              </a:buClr>
              <a:buSzPts val="2400"/>
              <a:buNone/>
              <a:defRPr sz="2400">
                <a:solidFill>
                  <a:srgbClr val="274E13"/>
                </a:solidFill>
              </a:defRPr>
            </a:lvl4pPr>
            <a:lvl5pPr lvl="4" algn="ctr">
              <a:spcBef>
                <a:spcPts val="0"/>
              </a:spcBef>
              <a:spcAft>
                <a:spcPts val="0"/>
              </a:spcAft>
              <a:buClr>
                <a:srgbClr val="274E13"/>
              </a:buClr>
              <a:buSzPts val="2400"/>
              <a:buNone/>
              <a:defRPr sz="2400">
                <a:solidFill>
                  <a:srgbClr val="274E13"/>
                </a:solidFill>
              </a:defRPr>
            </a:lvl5pPr>
            <a:lvl6pPr lvl="5" algn="ctr">
              <a:spcBef>
                <a:spcPts val="0"/>
              </a:spcBef>
              <a:spcAft>
                <a:spcPts val="0"/>
              </a:spcAft>
              <a:buClr>
                <a:srgbClr val="274E13"/>
              </a:buClr>
              <a:buSzPts val="2400"/>
              <a:buNone/>
              <a:defRPr sz="2400">
                <a:solidFill>
                  <a:srgbClr val="274E13"/>
                </a:solidFill>
              </a:defRPr>
            </a:lvl6pPr>
            <a:lvl7pPr lvl="6" algn="ctr">
              <a:spcBef>
                <a:spcPts val="0"/>
              </a:spcBef>
              <a:spcAft>
                <a:spcPts val="0"/>
              </a:spcAft>
              <a:buClr>
                <a:srgbClr val="274E13"/>
              </a:buClr>
              <a:buSzPts val="2400"/>
              <a:buNone/>
              <a:defRPr sz="2400">
                <a:solidFill>
                  <a:srgbClr val="274E13"/>
                </a:solidFill>
              </a:defRPr>
            </a:lvl7pPr>
            <a:lvl8pPr lvl="7" algn="ctr">
              <a:spcBef>
                <a:spcPts val="0"/>
              </a:spcBef>
              <a:spcAft>
                <a:spcPts val="0"/>
              </a:spcAft>
              <a:buClr>
                <a:srgbClr val="274E13"/>
              </a:buClr>
              <a:buSzPts val="2400"/>
              <a:buNone/>
              <a:defRPr sz="2400">
                <a:solidFill>
                  <a:srgbClr val="274E13"/>
                </a:solidFill>
              </a:defRPr>
            </a:lvl8pPr>
            <a:lvl9pPr lvl="8" algn="ctr">
              <a:spcBef>
                <a:spcPts val="0"/>
              </a:spcBef>
              <a:spcAft>
                <a:spcPts val="0"/>
              </a:spcAft>
              <a:buClr>
                <a:srgbClr val="274E13"/>
              </a:buClr>
              <a:buSzPts val="2400"/>
              <a:buNone/>
              <a:defRPr sz="2400">
                <a:solidFill>
                  <a:srgbClr val="274E13"/>
                </a:solidFill>
              </a:defRPr>
            </a:lvl9pPr>
          </a:lstStyle>
          <a:p/>
        </p:txBody>
      </p:sp>
      <p:sp>
        <p:nvSpPr>
          <p:cNvPr id="11" name="Google Shape;11;p2"/>
          <p:cNvSpPr txBox="1"/>
          <p:nvPr>
            <p:ph idx="1" type="subTitle"/>
          </p:nvPr>
        </p:nvSpPr>
        <p:spPr>
          <a:xfrm>
            <a:off x="311700" y="3596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Font typeface="Montserrat SemiBold"/>
              <a:buNone/>
              <a:defRPr>
                <a:latin typeface="Montserrat SemiBold"/>
                <a:ea typeface="Montserrat SemiBold"/>
                <a:cs typeface="Montserrat SemiBold"/>
                <a:sym typeface="Montserrat SemiBold"/>
              </a:defRPr>
            </a:lvl1pPr>
            <a:lvl2pPr lvl="1" algn="ctr">
              <a:lnSpc>
                <a:spcPct val="100000"/>
              </a:lnSpc>
              <a:spcBef>
                <a:spcPts val="0"/>
              </a:spcBef>
              <a:spcAft>
                <a:spcPts val="0"/>
              </a:spcAft>
              <a:buSzPts val="1400"/>
              <a:buFont typeface="Montserrat SemiBold"/>
              <a:buNone/>
              <a:defRPr>
                <a:latin typeface="Montserrat SemiBold"/>
                <a:ea typeface="Montserrat SemiBold"/>
                <a:cs typeface="Montserrat SemiBold"/>
                <a:sym typeface="Montserrat SemiBold"/>
              </a:defRPr>
            </a:lvl2pPr>
            <a:lvl3pPr lvl="2" algn="ctr">
              <a:lnSpc>
                <a:spcPct val="100000"/>
              </a:lnSpc>
              <a:spcBef>
                <a:spcPts val="0"/>
              </a:spcBef>
              <a:spcAft>
                <a:spcPts val="0"/>
              </a:spcAft>
              <a:buSzPts val="1400"/>
              <a:buFont typeface="Montserrat SemiBold"/>
              <a:buNone/>
              <a:defRPr>
                <a:latin typeface="Montserrat SemiBold"/>
                <a:ea typeface="Montserrat SemiBold"/>
                <a:cs typeface="Montserrat SemiBold"/>
                <a:sym typeface="Montserrat SemiBold"/>
              </a:defRPr>
            </a:lvl3pPr>
            <a:lvl4pPr lvl="3" algn="ctr">
              <a:lnSpc>
                <a:spcPct val="100000"/>
              </a:lnSpc>
              <a:spcBef>
                <a:spcPts val="0"/>
              </a:spcBef>
              <a:spcAft>
                <a:spcPts val="0"/>
              </a:spcAft>
              <a:buSzPts val="1400"/>
              <a:buFont typeface="Montserrat SemiBold"/>
              <a:buNone/>
              <a:defRPr>
                <a:latin typeface="Montserrat SemiBold"/>
                <a:ea typeface="Montserrat SemiBold"/>
                <a:cs typeface="Montserrat SemiBold"/>
                <a:sym typeface="Montserrat SemiBold"/>
              </a:defRPr>
            </a:lvl4pPr>
            <a:lvl5pPr lvl="4" algn="ctr">
              <a:lnSpc>
                <a:spcPct val="100000"/>
              </a:lnSpc>
              <a:spcBef>
                <a:spcPts val="0"/>
              </a:spcBef>
              <a:spcAft>
                <a:spcPts val="0"/>
              </a:spcAft>
              <a:buSzPts val="1400"/>
              <a:buFont typeface="Montserrat SemiBold"/>
              <a:buNone/>
              <a:defRPr>
                <a:latin typeface="Montserrat SemiBold"/>
                <a:ea typeface="Montserrat SemiBold"/>
                <a:cs typeface="Montserrat SemiBold"/>
                <a:sym typeface="Montserrat SemiBold"/>
              </a:defRPr>
            </a:lvl5pPr>
            <a:lvl6pPr lvl="5" algn="ctr">
              <a:lnSpc>
                <a:spcPct val="100000"/>
              </a:lnSpc>
              <a:spcBef>
                <a:spcPts val="0"/>
              </a:spcBef>
              <a:spcAft>
                <a:spcPts val="0"/>
              </a:spcAft>
              <a:buSzPts val="1400"/>
              <a:buFont typeface="Montserrat SemiBold"/>
              <a:buNone/>
              <a:defRPr>
                <a:latin typeface="Montserrat SemiBold"/>
                <a:ea typeface="Montserrat SemiBold"/>
                <a:cs typeface="Montserrat SemiBold"/>
                <a:sym typeface="Montserrat SemiBold"/>
              </a:defRPr>
            </a:lvl6pPr>
            <a:lvl7pPr lvl="6" algn="ctr">
              <a:lnSpc>
                <a:spcPct val="100000"/>
              </a:lnSpc>
              <a:spcBef>
                <a:spcPts val="0"/>
              </a:spcBef>
              <a:spcAft>
                <a:spcPts val="0"/>
              </a:spcAft>
              <a:buSzPts val="1400"/>
              <a:buFont typeface="Montserrat SemiBold"/>
              <a:buNone/>
              <a:defRPr>
                <a:latin typeface="Montserrat SemiBold"/>
                <a:ea typeface="Montserrat SemiBold"/>
                <a:cs typeface="Montserrat SemiBold"/>
                <a:sym typeface="Montserrat SemiBold"/>
              </a:defRPr>
            </a:lvl7pPr>
            <a:lvl8pPr lvl="7" algn="ctr">
              <a:lnSpc>
                <a:spcPct val="100000"/>
              </a:lnSpc>
              <a:spcBef>
                <a:spcPts val="0"/>
              </a:spcBef>
              <a:spcAft>
                <a:spcPts val="0"/>
              </a:spcAft>
              <a:buSzPts val="1400"/>
              <a:buFont typeface="Montserrat SemiBold"/>
              <a:buNone/>
              <a:defRPr>
                <a:latin typeface="Montserrat SemiBold"/>
                <a:ea typeface="Montserrat SemiBold"/>
                <a:cs typeface="Montserrat SemiBold"/>
                <a:sym typeface="Montserrat SemiBold"/>
              </a:defRPr>
            </a:lvl8pPr>
            <a:lvl9pPr lvl="8" algn="ctr">
              <a:lnSpc>
                <a:spcPct val="100000"/>
              </a:lnSpc>
              <a:spcBef>
                <a:spcPts val="0"/>
              </a:spcBef>
              <a:spcAft>
                <a:spcPts val="0"/>
              </a:spcAft>
              <a:buSzPts val="1400"/>
              <a:buFont typeface="Montserrat SemiBold"/>
              <a:buNone/>
              <a:defRPr>
                <a:latin typeface="Montserrat SemiBold"/>
                <a:ea typeface="Montserrat SemiBold"/>
                <a:cs typeface="Montserrat SemiBold"/>
                <a:sym typeface="Montserrat SemiBold"/>
              </a:defRPr>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Clr>
                <a:srgbClr val="274E13"/>
              </a:buClr>
              <a:buSzPts val="3600"/>
              <a:buNone/>
              <a:defRPr sz="3600">
                <a:solidFill>
                  <a:srgbClr val="274E13"/>
                </a:solidFill>
              </a:defRPr>
            </a:lvl1pPr>
            <a:lvl2pPr lvl="1" algn="ctr">
              <a:spcBef>
                <a:spcPts val="0"/>
              </a:spcBef>
              <a:spcAft>
                <a:spcPts val="0"/>
              </a:spcAft>
              <a:buClr>
                <a:srgbClr val="274E13"/>
              </a:buClr>
              <a:buSzPts val="3600"/>
              <a:buNone/>
              <a:defRPr sz="3600">
                <a:solidFill>
                  <a:srgbClr val="274E13"/>
                </a:solidFill>
              </a:defRPr>
            </a:lvl2pPr>
            <a:lvl3pPr lvl="2" algn="ctr">
              <a:spcBef>
                <a:spcPts val="0"/>
              </a:spcBef>
              <a:spcAft>
                <a:spcPts val="0"/>
              </a:spcAft>
              <a:buClr>
                <a:srgbClr val="274E13"/>
              </a:buClr>
              <a:buSzPts val="3600"/>
              <a:buNone/>
              <a:defRPr sz="3600">
                <a:solidFill>
                  <a:srgbClr val="274E13"/>
                </a:solidFill>
              </a:defRPr>
            </a:lvl3pPr>
            <a:lvl4pPr lvl="3" algn="ctr">
              <a:spcBef>
                <a:spcPts val="0"/>
              </a:spcBef>
              <a:spcAft>
                <a:spcPts val="0"/>
              </a:spcAft>
              <a:buClr>
                <a:srgbClr val="274E13"/>
              </a:buClr>
              <a:buSzPts val="3600"/>
              <a:buNone/>
              <a:defRPr sz="3600">
                <a:solidFill>
                  <a:srgbClr val="274E13"/>
                </a:solidFill>
              </a:defRPr>
            </a:lvl4pPr>
            <a:lvl5pPr lvl="4" algn="ctr">
              <a:spcBef>
                <a:spcPts val="0"/>
              </a:spcBef>
              <a:spcAft>
                <a:spcPts val="0"/>
              </a:spcAft>
              <a:buClr>
                <a:srgbClr val="274E13"/>
              </a:buClr>
              <a:buSzPts val="3600"/>
              <a:buNone/>
              <a:defRPr sz="3600">
                <a:solidFill>
                  <a:srgbClr val="274E13"/>
                </a:solidFill>
              </a:defRPr>
            </a:lvl5pPr>
            <a:lvl6pPr lvl="5" algn="ctr">
              <a:spcBef>
                <a:spcPts val="0"/>
              </a:spcBef>
              <a:spcAft>
                <a:spcPts val="0"/>
              </a:spcAft>
              <a:buClr>
                <a:srgbClr val="274E13"/>
              </a:buClr>
              <a:buSzPts val="3600"/>
              <a:buNone/>
              <a:defRPr sz="3600">
                <a:solidFill>
                  <a:srgbClr val="274E13"/>
                </a:solidFill>
              </a:defRPr>
            </a:lvl6pPr>
            <a:lvl7pPr lvl="6" algn="ctr">
              <a:spcBef>
                <a:spcPts val="0"/>
              </a:spcBef>
              <a:spcAft>
                <a:spcPts val="0"/>
              </a:spcAft>
              <a:buClr>
                <a:srgbClr val="274E13"/>
              </a:buClr>
              <a:buSzPts val="3600"/>
              <a:buNone/>
              <a:defRPr sz="3600">
                <a:solidFill>
                  <a:srgbClr val="274E13"/>
                </a:solidFill>
              </a:defRPr>
            </a:lvl7pPr>
            <a:lvl8pPr lvl="7" algn="ctr">
              <a:spcBef>
                <a:spcPts val="0"/>
              </a:spcBef>
              <a:spcAft>
                <a:spcPts val="0"/>
              </a:spcAft>
              <a:buClr>
                <a:srgbClr val="274E13"/>
              </a:buClr>
              <a:buSzPts val="3600"/>
              <a:buNone/>
              <a:defRPr sz="3600">
                <a:solidFill>
                  <a:srgbClr val="274E13"/>
                </a:solidFill>
              </a:defRPr>
            </a:lvl8pPr>
            <a:lvl9pPr lvl="8" algn="ctr">
              <a:spcBef>
                <a:spcPts val="0"/>
              </a:spcBef>
              <a:spcAft>
                <a:spcPts val="0"/>
              </a:spcAft>
              <a:buClr>
                <a:srgbClr val="274E13"/>
              </a:buClr>
              <a:buSzPts val="3600"/>
              <a:buNone/>
              <a:defRPr sz="3600">
                <a:solidFill>
                  <a:srgbClr val="274E13"/>
                </a:solidFill>
              </a:defRPr>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913825" y="445025"/>
            <a:ext cx="73716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2000"/>
              <a:buNone/>
              <a:defRPr sz="20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18" name="Google Shape;18;p4"/>
          <p:cNvSpPr txBox="1"/>
          <p:nvPr>
            <p:ph idx="1" type="body"/>
          </p:nvPr>
        </p:nvSpPr>
        <p:spPr>
          <a:xfrm>
            <a:off x="548300" y="1152475"/>
            <a:ext cx="81024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Font typeface="Montserrat"/>
              <a:buChar char="●"/>
              <a:defRPr>
                <a:latin typeface="Montserrat"/>
                <a:ea typeface="Montserrat"/>
                <a:cs typeface="Montserrat"/>
                <a:sym typeface="Montserrat"/>
              </a:defRPr>
            </a:lvl1pPr>
            <a:lvl2pPr indent="-317500" lvl="1" marL="914400">
              <a:spcBef>
                <a:spcPts val="1600"/>
              </a:spcBef>
              <a:spcAft>
                <a:spcPts val="0"/>
              </a:spcAft>
              <a:buSzPts val="1400"/>
              <a:buFont typeface="Montserrat"/>
              <a:buChar char="○"/>
              <a:defRPr>
                <a:latin typeface="Montserrat"/>
                <a:ea typeface="Montserrat"/>
                <a:cs typeface="Montserrat"/>
                <a:sym typeface="Montserrat"/>
              </a:defRPr>
            </a:lvl2pPr>
            <a:lvl3pPr indent="-317500" lvl="2" marL="1371600">
              <a:spcBef>
                <a:spcPts val="1600"/>
              </a:spcBef>
              <a:spcAft>
                <a:spcPts val="0"/>
              </a:spcAft>
              <a:buSzPts val="1400"/>
              <a:buFont typeface="Montserrat"/>
              <a:buChar char="■"/>
              <a:defRPr>
                <a:latin typeface="Montserrat"/>
                <a:ea typeface="Montserrat"/>
                <a:cs typeface="Montserrat"/>
                <a:sym typeface="Montserrat"/>
              </a:defRPr>
            </a:lvl3pPr>
            <a:lvl4pPr indent="-317500" lvl="3" marL="1828800">
              <a:spcBef>
                <a:spcPts val="1600"/>
              </a:spcBef>
              <a:spcAft>
                <a:spcPts val="0"/>
              </a:spcAft>
              <a:buSzPts val="1400"/>
              <a:buFont typeface="Montserrat"/>
              <a:buChar char="●"/>
              <a:defRPr>
                <a:latin typeface="Montserrat"/>
                <a:ea typeface="Montserrat"/>
                <a:cs typeface="Montserrat"/>
                <a:sym typeface="Montserrat"/>
              </a:defRPr>
            </a:lvl4pPr>
            <a:lvl5pPr indent="-317500" lvl="4" marL="2286000">
              <a:spcBef>
                <a:spcPts val="1600"/>
              </a:spcBef>
              <a:spcAft>
                <a:spcPts val="0"/>
              </a:spcAft>
              <a:buSzPts val="1400"/>
              <a:buFont typeface="Montserrat"/>
              <a:buChar char="○"/>
              <a:defRPr>
                <a:latin typeface="Montserrat"/>
                <a:ea typeface="Montserrat"/>
                <a:cs typeface="Montserrat"/>
                <a:sym typeface="Montserrat"/>
              </a:defRPr>
            </a:lvl5pPr>
            <a:lvl6pPr indent="-317500" lvl="5" marL="2743200">
              <a:spcBef>
                <a:spcPts val="1600"/>
              </a:spcBef>
              <a:spcAft>
                <a:spcPts val="0"/>
              </a:spcAft>
              <a:buSzPts val="1400"/>
              <a:buFont typeface="Montserrat"/>
              <a:buChar char="■"/>
              <a:defRPr>
                <a:latin typeface="Montserrat"/>
                <a:ea typeface="Montserrat"/>
                <a:cs typeface="Montserrat"/>
                <a:sym typeface="Montserrat"/>
              </a:defRPr>
            </a:lvl6pPr>
            <a:lvl7pPr indent="-317500" lvl="6" marL="3200400">
              <a:spcBef>
                <a:spcPts val="1600"/>
              </a:spcBef>
              <a:spcAft>
                <a:spcPts val="0"/>
              </a:spcAft>
              <a:buSzPts val="1400"/>
              <a:buFont typeface="Montserrat"/>
              <a:buChar char="●"/>
              <a:defRPr>
                <a:latin typeface="Montserrat"/>
                <a:ea typeface="Montserrat"/>
                <a:cs typeface="Montserrat"/>
                <a:sym typeface="Montserrat"/>
              </a:defRPr>
            </a:lvl7pPr>
            <a:lvl8pPr indent="-317500" lvl="7" marL="3657600">
              <a:spcBef>
                <a:spcPts val="1600"/>
              </a:spcBef>
              <a:spcAft>
                <a:spcPts val="0"/>
              </a:spcAft>
              <a:buSzPts val="1400"/>
              <a:buFont typeface="Montserrat"/>
              <a:buChar char="○"/>
              <a:defRPr>
                <a:latin typeface="Montserrat"/>
                <a:ea typeface="Montserrat"/>
                <a:cs typeface="Montserrat"/>
                <a:sym typeface="Montserrat"/>
              </a:defRPr>
            </a:lvl8pPr>
            <a:lvl9pPr indent="-317500" lvl="8" marL="4114800">
              <a:spcBef>
                <a:spcPts val="1600"/>
              </a:spcBef>
              <a:spcAft>
                <a:spcPts val="1600"/>
              </a:spcAft>
              <a:buSzPts val="1400"/>
              <a:buFont typeface="Montserrat"/>
              <a:buChar char="■"/>
              <a:defRPr>
                <a:latin typeface="Montserrat"/>
                <a:ea typeface="Montserrat"/>
                <a:cs typeface="Montserrat"/>
                <a:sym typeface="Montserrat"/>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F8FFEF"/>
        </a:solidFill>
      </p:bgPr>
    </p:bg>
    <p:spTree>
      <p:nvGrpSpPr>
        <p:cNvPr id="20" name="Shape 20"/>
        <p:cNvGrpSpPr/>
        <p:nvPr/>
      </p:nvGrpSpPr>
      <p:grpSpPr>
        <a:xfrm>
          <a:off x="0" y="0"/>
          <a:ext cx="0" cy="0"/>
          <a:chOff x="0" y="0"/>
          <a:chExt cx="0" cy="0"/>
        </a:xfrm>
      </p:grpSpPr>
      <p:sp>
        <p:nvSpPr>
          <p:cNvPr id="21" name="Google Shape;21;p5"/>
          <p:cNvSpPr txBox="1"/>
          <p:nvPr>
            <p:ph type="title"/>
          </p:nvPr>
        </p:nvSpPr>
        <p:spPr>
          <a:xfrm>
            <a:off x="731050" y="445025"/>
            <a:ext cx="77415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b="0"/>
            </a:lvl1pPr>
            <a:lvl2pPr lvl="1">
              <a:spcBef>
                <a:spcPts val="0"/>
              </a:spcBef>
              <a:spcAft>
                <a:spcPts val="0"/>
              </a:spcAft>
              <a:buSzPts val="2400"/>
              <a:buNone/>
              <a:defRPr b="0"/>
            </a:lvl2pPr>
            <a:lvl3pPr lvl="2">
              <a:spcBef>
                <a:spcPts val="0"/>
              </a:spcBef>
              <a:spcAft>
                <a:spcPts val="0"/>
              </a:spcAft>
              <a:buSzPts val="2400"/>
              <a:buNone/>
              <a:defRPr b="0"/>
            </a:lvl3pPr>
            <a:lvl4pPr lvl="3">
              <a:spcBef>
                <a:spcPts val="0"/>
              </a:spcBef>
              <a:spcAft>
                <a:spcPts val="0"/>
              </a:spcAft>
              <a:buSzPts val="2400"/>
              <a:buNone/>
              <a:defRPr b="0"/>
            </a:lvl4pPr>
            <a:lvl5pPr lvl="4">
              <a:spcBef>
                <a:spcPts val="0"/>
              </a:spcBef>
              <a:spcAft>
                <a:spcPts val="0"/>
              </a:spcAft>
              <a:buSzPts val="2400"/>
              <a:buNone/>
              <a:defRPr b="0"/>
            </a:lvl5pPr>
            <a:lvl6pPr lvl="5">
              <a:spcBef>
                <a:spcPts val="0"/>
              </a:spcBef>
              <a:spcAft>
                <a:spcPts val="0"/>
              </a:spcAft>
              <a:buSzPts val="2400"/>
              <a:buNone/>
              <a:defRPr b="0"/>
            </a:lvl6pPr>
            <a:lvl7pPr lvl="6">
              <a:spcBef>
                <a:spcPts val="0"/>
              </a:spcBef>
              <a:spcAft>
                <a:spcPts val="0"/>
              </a:spcAft>
              <a:buSzPts val="2400"/>
              <a:buNone/>
              <a:defRPr b="0"/>
            </a:lvl7pPr>
            <a:lvl8pPr lvl="7">
              <a:spcBef>
                <a:spcPts val="0"/>
              </a:spcBef>
              <a:spcAft>
                <a:spcPts val="0"/>
              </a:spcAft>
              <a:buSzPts val="2400"/>
              <a:buNone/>
              <a:defRPr b="0"/>
            </a:lvl8pPr>
            <a:lvl9pPr lvl="8">
              <a:spcBef>
                <a:spcPts val="0"/>
              </a:spcBef>
              <a:spcAft>
                <a:spcPts val="0"/>
              </a:spcAft>
              <a:buSzPts val="2400"/>
              <a:buNone/>
              <a:defRPr b="0"/>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731050" y="673625"/>
            <a:ext cx="7741500" cy="572700"/>
          </a:xfrm>
          <a:prstGeom prst="rect">
            <a:avLst/>
          </a:prstGeom>
        </p:spPr>
        <p:txBody>
          <a:bodyPr anchorCtr="0" anchor="t" bIns="91425" lIns="91425" spcFirstLastPara="1" rIns="91425" wrap="square" tIns="91425">
            <a:noAutofit/>
          </a:bodyPr>
          <a:lstStyle>
            <a:lvl1pPr lvl="0">
              <a:spcBef>
                <a:spcPts val="0"/>
              </a:spcBef>
              <a:spcAft>
                <a:spcPts val="0"/>
              </a:spcAft>
              <a:buClr>
                <a:srgbClr val="274E13"/>
              </a:buClr>
              <a:buSzPts val="2400"/>
              <a:buNone/>
              <a:defRPr>
                <a:solidFill>
                  <a:srgbClr val="274E13"/>
                </a:solidFill>
              </a:defRPr>
            </a:lvl1pPr>
            <a:lvl2pPr lvl="1">
              <a:spcBef>
                <a:spcPts val="0"/>
              </a:spcBef>
              <a:spcAft>
                <a:spcPts val="0"/>
              </a:spcAft>
              <a:buClr>
                <a:srgbClr val="274E13"/>
              </a:buClr>
              <a:buSzPts val="2400"/>
              <a:buNone/>
              <a:defRPr>
                <a:solidFill>
                  <a:srgbClr val="274E13"/>
                </a:solidFill>
              </a:defRPr>
            </a:lvl2pPr>
            <a:lvl3pPr lvl="2">
              <a:spcBef>
                <a:spcPts val="0"/>
              </a:spcBef>
              <a:spcAft>
                <a:spcPts val="0"/>
              </a:spcAft>
              <a:buClr>
                <a:srgbClr val="274E13"/>
              </a:buClr>
              <a:buSzPts val="2400"/>
              <a:buNone/>
              <a:defRPr>
                <a:solidFill>
                  <a:srgbClr val="274E13"/>
                </a:solidFill>
              </a:defRPr>
            </a:lvl3pPr>
            <a:lvl4pPr lvl="3">
              <a:spcBef>
                <a:spcPts val="0"/>
              </a:spcBef>
              <a:spcAft>
                <a:spcPts val="0"/>
              </a:spcAft>
              <a:buClr>
                <a:srgbClr val="274E13"/>
              </a:buClr>
              <a:buSzPts val="2400"/>
              <a:buNone/>
              <a:defRPr>
                <a:solidFill>
                  <a:srgbClr val="274E13"/>
                </a:solidFill>
              </a:defRPr>
            </a:lvl4pPr>
            <a:lvl5pPr lvl="4">
              <a:spcBef>
                <a:spcPts val="0"/>
              </a:spcBef>
              <a:spcAft>
                <a:spcPts val="0"/>
              </a:spcAft>
              <a:buClr>
                <a:srgbClr val="274E13"/>
              </a:buClr>
              <a:buSzPts val="2400"/>
              <a:buNone/>
              <a:defRPr>
                <a:solidFill>
                  <a:srgbClr val="274E13"/>
                </a:solidFill>
              </a:defRPr>
            </a:lvl5pPr>
            <a:lvl6pPr lvl="5">
              <a:spcBef>
                <a:spcPts val="0"/>
              </a:spcBef>
              <a:spcAft>
                <a:spcPts val="0"/>
              </a:spcAft>
              <a:buClr>
                <a:srgbClr val="274E13"/>
              </a:buClr>
              <a:buSzPts val="2400"/>
              <a:buNone/>
              <a:defRPr>
                <a:solidFill>
                  <a:srgbClr val="274E13"/>
                </a:solidFill>
              </a:defRPr>
            </a:lvl6pPr>
            <a:lvl7pPr lvl="6">
              <a:spcBef>
                <a:spcPts val="0"/>
              </a:spcBef>
              <a:spcAft>
                <a:spcPts val="0"/>
              </a:spcAft>
              <a:buClr>
                <a:srgbClr val="274E13"/>
              </a:buClr>
              <a:buSzPts val="2400"/>
              <a:buNone/>
              <a:defRPr>
                <a:solidFill>
                  <a:srgbClr val="274E13"/>
                </a:solidFill>
              </a:defRPr>
            </a:lvl7pPr>
            <a:lvl8pPr lvl="7">
              <a:spcBef>
                <a:spcPts val="0"/>
              </a:spcBef>
              <a:spcAft>
                <a:spcPts val="0"/>
              </a:spcAft>
              <a:buClr>
                <a:srgbClr val="274E13"/>
              </a:buClr>
              <a:buSzPts val="2400"/>
              <a:buNone/>
              <a:defRPr>
                <a:solidFill>
                  <a:srgbClr val="274E13"/>
                </a:solidFill>
              </a:defRPr>
            </a:lvl8pPr>
            <a:lvl9pPr lvl="8">
              <a:spcBef>
                <a:spcPts val="0"/>
              </a:spcBef>
              <a:spcAft>
                <a:spcPts val="0"/>
              </a:spcAft>
              <a:buClr>
                <a:srgbClr val="274E13"/>
              </a:buClr>
              <a:buSzPts val="2400"/>
              <a:buNone/>
              <a:defRPr>
                <a:solidFill>
                  <a:srgbClr val="274E13"/>
                </a:solidFill>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EFEFEF"/>
        </a:solidFill>
      </p:bgPr>
    </p:bg>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None/>
              <a:defRPr/>
            </a:lvl1pPr>
            <a:lvl2pPr lvl="1" algn="ctr">
              <a:spcBef>
                <a:spcPts val="0"/>
              </a:spcBef>
              <a:spcAft>
                <a:spcPts val="0"/>
              </a:spcAft>
              <a:buSzPts val="2400"/>
              <a:buNone/>
              <a:defRPr/>
            </a:lvl2pPr>
            <a:lvl3pPr lvl="2" algn="ctr">
              <a:spcBef>
                <a:spcPts val="0"/>
              </a:spcBef>
              <a:spcAft>
                <a:spcPts val="0"/>
              </a:spcAft>
              <a:buSzPts val="2400"/>
              <a:buNone/>
              <a:defRPr/>
            </a:lvl3pPr>
            <a:lvl4pPr lvl="3" algn="ctr">
              <a:spcBef>
                <a:spcPts val="0"/>
              </a:spcBef>
              <a:spcAft>
                <a:spcPts val="0"/>
              </a:spcAft>
              <a:buSzPts val="2400"/>
              <a:buNone/>
              <a:defRPr/>
            </a:lvl4pPr>
            <a:lvl5pPr lvl="4" algn="ctr">
              <a:spcBef>
                <a:spcPts val="0"/>
              </a:spcBef>
              <a:spcAft>
                <a:spcPts val="0"/>
              </a:spcAft>
              <a:buSzPts val="2400"/>
              <a:buNone/>
              <a:defRPr/>
            </a:lvl5pPr>
            <a:lvl6pPr lvl="5" algn="ctr">
              <a:spcBef>
                <a:spcPts val="0"/>
              </a:spcBef>
              <a:spcAft>
                <a:spcPts val="0"/>
              </a:spcAft>
              <a:buSzPts val="2400"/>
              <a:buNone/>
              <a:defRPr/>
            </a:lvl6pPr>
            <a:lvl7pPr lvl="6" algn="ctr">
              <a:spcBef>
                <a:spcPts val="0"/>
              </a:spcBef>
              <a:spcAft>
                <a:spcPts val="0"/>
              </a:spcAft>
              <a:buSzPts val="2400"/>
              <a:buNone/>
              <a:defRPr/>
            </a:lvl7pPr>
            <a:lvl8pPr lvl="7" algn="ctr">
              <a:spcBef>
                <a:spcPts val="0"/>
              </a:spcBef>
              <a:spcAft>
                <a:spcPts val="0"/>
              </a:spcAft>
              <a:buSzPts val="2400"/>
              <a:buNone/>
              <a:defRPr/>
            </a:lvl8pPr>
            <a:lvl9pPr lvl="8" algn="ctr">
              <a:spcBef>
                <a:spcPts val="0"/>
              </a:spcBef>
              <a:spcAft>
                <a:spcPts val="0"/>
              </a:spcAft>
              <a:buSzPts val="2400"/>
              <a:buNone/>
              <a:defRPr/>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400"/>
              <a:buFont typeface="Montserrat SemiBold"/>
              <a:buNone/>
              <a:defRPr>
                <a:latin typeface="Montserrat SemiBold"/>
                <a:ea typeface="Montserrat SemiBold"/>
                <a:cs typeface="Montserrat SemiBold"/>
                <a:sym typeface="Montserrat SemiBold"/>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gradFill>
          <a:gsLst>
            <a:gs pos="0">
              <a:srgbClr val="51AB2A"/>
            </a:gs>
            <a:gs pos="0">
              <a:srgbClr val="FFFFFF"/>
            </a:gs>
            <a:gs pos="100000">
              <a:srgbClr val="D9EAD3"/>
            </a:gs>
          </a:gsLst>
          <a:path path="circle">
            <a:fillToRect b="50%" l="50%" r="50%" t="50%"/>
          </a:path>
          <a:tileRect/>
        </a:gradFill>
      </p:bgPr>
    </p:bg>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gradFill>
          <a:gsLst>
            <a:gs pos="0">
              <a:srgbClr val="51AB2A"/>
            </a:gs>
            <a:gs pos="0">
              <a:srgbClr val="FFFFFF"/>
            </a:gs>
            <a:gs pos="100000">
              <a:srgbClr val="D9EAD3"/>
            </a:gs>
          </a:gsLst>
          <a:path path="circle">
            <a:fillToRect b="50%" l="50%" r="50%" t="50%"/>
          </a:path>
          <a:tileRect/>
        </a:gradFill>
      </p:bgPr>
    </p:bg>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31050" y="445025"/>
            <a:ext cx="7741500" cy="572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rgbClr val="274E13"/>
              </a:buClr>
              <a:buSzPts val="2400"/>
              <a:buFont typeface="Lato"/>
              <a:buNone/>
              <a:defRPr b="1" sz="2400">
                <a:solidFill>
                  <a:srgbClr val="274E13"/>
                </a:solidFill>
                <a:latin typeface="Lato"/>
                <a:ea typeface="Lato"/>
                <a:cs typeface="Lato"/>
                <a:sym typeface="Lato"/>
              </a:defRPr>
            </a:lvl1pPr>
            <a:lvl2pPr lvl="1" algn="ctr">
              <a:spcBef>
                <a:spcPts val="0"/>
              </a:spcBef>
              <a:spcAft>
                <a:spcPts val="0"/>
              </a:spcAft>
              <a:buClr>
                <a:srgbClr val="274E13"/>
              </a:buClr>
              <a:buSzPts val="2400"/>
              <a:buFont typeface="Lato"/>
              <a:buNone/>
              <a:defRPr b="1" sz="2400">
                <a:solidFill>
                  <a:srgbClr val="274E13"/>
                </a:solidFill>
                <a:latin typeface="Lato"/>
                <a:ea typeface="Lato"/>
                <a:cs typeface="Lato"/>
                <a:sym typeface="Lato"/>
              </a:defRPr>
            </a:lvl2pPr>
            <a:lvl3pPr lvl="2" algn="ctr">
              <a:spcBef>
                <a:spcPts val="0"/>
              </a:spcBef>
              <a:spcAft>
                <a:spcPts val="0"/>
              </a:spcAft>
              <a:buClr>
                <a:srgbClr val="274E13"/>
              </a:buClr>
              <a:buSzPts val="2400"/>
              <a:buFont typeface="Lato"/>
              <a:buNone/>
              <a:defRPr b="1" sz="2400">
                <a:solidFill>
                  <a:srgbClr val="274E13"/>
                </a:solidFill>
                <a:latin typeface="Lato"/>
                <a:ea typeface="Lato"/>
                <a:cs typeface="Lato"/>
                <a:sym typeface="Lato"/>
              </a:defRPr>
            </a:lvl3pPr>
            <a:lvl4pPr lvl="3" algn="ctr">
              <a:spcBef>
                <a:spcPts val="0"/>
              </a:spcBef>
              <a:spcAft>
                <a:spcPts val="0"/>
              </a:spcAft>
              <a:buClr>
                <a:srgbClr val="274E13"/>
              </a:buClr>
              <a:buSzPts val="2400"/>
              <a:buFont typeface="Lato"/>
              <a:buNone/>
              <a:defRPr b="1" sz="2400">
                <a:solidFill>
                  <a:srgbClr val="274E13"/>
                </a:solidFill>
                <a:latin typeface="Lato"/>
                <a:ea typeface="Lato"/>
                <a:cs typeface="Lato"/>
                <a:sym typeface="Lato"/>
              </a:defRPr>
            </a:lvl4pPr>
            <a:lvl5pPr lvl="4" algn="ctr">
              <a:spcBef>
                <a:spcPts val="0"/>
              </a:spcBef>
              <a:spcAft>
                <a:spcPts val="0"/>
              </a:spcAft>
              <a:buClr>
                <a:srgbClr val="274E13"/>
              </a:buClr>
              <a:buSzPts val="2400"/>
              <a:buFont typeface="Lato"/>
              <a:buNone/>
              <a:defRPr b="1" sz="2400">
                <a:solidFill>
                  <a:srgbClr val="274E13"/>
                </a:solidFill>
                <a:latin typeface="Lato"/>
                <a:ea typeface="Lato"/>
                <a:cs typeface="Lato"/>
                <a:sym typeface="Lato"/>
              </a:defRPr>
            </a:lvl5pPr>
            <a:lvl6pPr lvl="5" algn="ctr">
              <a:spcBef>
                <a:spcPts val="0"/>
              </a:spcBef>
              <a:spcAft>
                <a:spcPts val="0"/>
              </a:spcAft>
              <a:buClr>
                <a:srgbClr val="274E13"/>
              </a:buClr>
              <a:buSzPts val="2400"/>
              <a:buFont typeface="Lato"/>
              <a:buNone/>
              <a:defRPr b="1" sz="2400">
                <a:solidFill>
                  <a:srgbClr val="274E13"/>
                </a:solidFill>
                <a:latin typeface="Lato"/>
                <a:ea typeface="Lato"/>
                <a:cs typeface="Lato"/>
                <a:sym typeface="Lato"/>
              </a:defRPr>
            </a:lvl6pPr>
            <a:lvl7pPr lvl="6" algn="ctr">
              <a:spcBef>
                <a:spcPts val="0"/>
              </a:spcBef>
              <a:spcAft>
                <a:spcPts val="0"/>
              </a:spcAft>
              <a:buClr>
                <a:srgbClr val="274E13"/>
              </a:buClr>
              <a:buSzPts val="2400"/>
              <a:buFont typeface="Lato"/>
              <a:buNone/>
              <a:defRPr b="1" sz="2400">
                <a:solidFill>
                  <a:srgbClr val="274E13"/>
                </a:solidFill>
                <a:latin typeface="Lato"/>
                <a:ea typeface="Lato"/>
                <a:cs typeface="Lato"/>
                <a:sym typeface="Lato"/>
              </a:defRPr>
            </a:lvl7pPr>
            <a:lvl8pPr lvl="7" algn="ctr">
              <a:spcBef>
                <a:spcPts val="0"/>
              </a:spcBef>
              <a:spcAft>
                <a:spcPts val="0"/>
              </a:spcAft>
              <a:buClr>
                <a:srgbClr val="274E13"/>
              </a:buClr>
              <a:buSzPts val="2400"/>
              <a:buFont typeface="Lato"/>
              <a:buNone/>
              <a:defRPr b="1" sz="2400">
                <a:solidFill>
                  <a:srgbClr val="274E13"/>
                </a:solidFill>
                <a:latin typeface="Lato"/>
                <a:ea typeface="Lato"/>
                <a:cs typeface="Lato"/>
                <a:sym typeface="Lato"/>
              </a:defRPr>
            </a:lvl8pPr>
            <a:lvl9pPr lvl="8" algn="ctr">
              <a:spcBef>
                <a:spcPts val="0"/>
              </a:spcBef>
              <a:spcAft>
                <a:spcPts val="0"/>
              </a:spcAft>
              <a:buClr>
                <a:srgbClr val="274E13"/>
              </a:buClr>
              <a:buSzPts val="2400"/>
              <a:buFont typeface="Lato"/>
              <a:buNone/>
              <a:defRPr b="1" sz="2400">
                <a:solidFill>
                  <a:srgbClr val="274E13"/>
                </a:solidFill>
                <a:latin typeface="Lato"/>
                <a:ea typeface="Lato"/>
                <a:cs typeface="Lato"/>
                <a:sym typeface="Lato"/>
              </a:defRPr>
            </a:lvl9pPr>
          </a:lstStyle>
          <a:p/>
        </p:txBody>
      </p:sp>
      <p:sp>
        <p:nvSpPr>
          <p:cNvPr id="7" name="Google Shape;7;p1"/>
          <p:cNvSpPr txBox="1"/>
          <p:nvPr>
            <p:ph idx="1" type="body"/>
          </p:nvPr>
        </p:nvSpPr>
        <p:spPr>
          <a:xfrm>
            <a:off x="1013400" y="1476650"/>
            <a:ext cx="71172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1pPr>
            <a:lvl2pPr indent="-317500" lvl="1" marL="91440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a:lnSpc>
                <a:spcPct val="115000"/>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3.png"/><Relationship Id="rId9"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20.png"/><Relationship Id="rId8"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6.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11" Type="http://schemas.openxmlformats.org/officeDocument/2006/relationships/image" Target="../media/image16.png"/><Relationship Id="rId10" Type="http://schemas.openxmlformats.org/officeDocument/2006/relationships/image" Target="../media/image23.png"/><Relationship Id="rId13" Type="http://schemas.openxmlformats.org/officeDocument/2006/relationships/image" Target="../media/image25.png"/><Relationship Id="rId12" Type="http://schemas.openxmlformats.org/officeDocument/2006/relationships/image" Target="../media/image29.png"/><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33.png"/><Relationship Id="rId9" Type="http://schemas.openxmlformats.org/officeDocument/2006/relationships/image" Target="../media/image18.png"/><Relationship Id="rId14" Type="http://schemas.openxmlformats.org/officeDocument/2006/relationships/image" Target="../media/image3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15.png"/><Relationship Id="rId8"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 Id="rId3" Type="http://schemas.openxmlformats.org/officeDocument/2006/relationships/hyperlink" Target="https://app.diagrams.net/?page-id=6I0OCvxSQrVGMHxT2VVA&amp;scale=auto#G1y0ZGk2Oc9J35jNBtvRcQUrhGlGxpBIm6" TargetMode="External"/><Relationship Id="rId4" Type="http://schemas.openxmlformats.org/officeDocument/2006/relationships/image" Target="../media/image64.png"/><Relationship Id="rId5"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image" Target="../media/image49.png"/><Relationship Id="rId5"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 Id="rId3" Type="http://schemas.openxmlformats.org/officeDocument/2006/relationships/image" Target="../media/image7.png"/><Relationship Id="rId4" Type="http://schemas.openxmlformats.org/officeDocument/2006/relationships/image" Target="../media/image32.png"/><Relationship Id="rId5" Type="http://schemas.openxmlformats.org/officeDocument/2006/relationships/image" Target="../media/image31.png"/><Relationship Id="rId6" Type="http://schemas.openxmlformats.org/officeDocument/2006/relationships/image" Target="../media/image28.png"/><Relationship Id="rId7" Type="http://schemas.openxmlformats.org/officeDocument/2006/relationships/image" Target="../media/image4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drive.google.com/file/d/1WsQj_1E0GENE35wCdqR9Xll6_gAeWKMH/view" TargetMode="External"/><Relationship Id="rId4" Type="http://schemas.openxmlformats.org/officeDocument/2006/relationships/image" Target="../media/image43.jpg"/><Relationship Id="rId5"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drive.google.com/file/d/1ZACTFwGAkbMdCH_rOGek_V08lpGQOtpf/view" TargetMode="External"/><Relationship Id="rId4" Type="http://schemas.openxmlformats.org/officeDocument/2006/relationships/image" Target="../media/image34.jpg"/><Relationship Id="rId5"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drive.google.com/file/d/1Ycx9_HdlGRoSz-CxiMAgvOowaA5Cq7TR/view" TargetMode="External"/><Relationship Id="rId4" Type="http://schemas.openxmlformats.org/officeDocument/2006/relationships/image" Target="../media/image40.jpg"/><Relationship Id="rId5"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png"/><Relationship Id="rId4" Type="http://schemas.openxmlformats.org/officeDocument/2006/relationships/image" Target="../media/image39.png"/><Relationship Id="rId5" Type="http://schemas.openxmlformats.org/officeDocument/2006/relationships/image" Target="../media/image47.png"/><Relationship Id="rId6" Type="http://schemas.openxmlformats.org/officeDocument/2006/relationships/image" Target="../media/image3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png"/><Relationship Id="rId4" Type="http://schemas.openxmlformats.org/officeDocument/2006/relationships/image" Target="../media/image4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png"/><Relationship Id="rId4" Type="http://schemas.openxmlformats.org/officeDocument/2006/relationships/image" Target="../media/image38.png"/><Relationship Id="rId5" Type="http://schemas.openxmlformats.org/officeDocument/2006/relationships/image" Target="../media/image4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png"/><Relationship Id="rId4" Type="http://schemas.openxmlformats.org/officeDocument/2006/relationships/image" Target="../media/image37.png"/><Relationship Id="rId5" Type="http://schemas.openxmlformats.org/officeDocument/2006/relationships/image" Target="../media/image5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7.png"/><Relationship Id="rId4" Type="http://schemas.openxmlformats.org/officeDocument/2006/relationships/image" Target="../media/image58.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7.png"/><Relationship Id="rId4" Type="http://schemas.openxmlformats.org/officeDocument/2006/relationships/image" Target="../media/image54.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png"/><Relationship Id="rId4" Type="http://schemas.openxmlformats.org/officeDocument/2006/relationships/image" Target="../media/image44.png"/><Relationship Id="rId5" Type="http://schemas.openxmlformats.org/officeDocument/2006/relationships/image" Target="../media/image5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png"/><Relationship Id="rId4" Type="http://schemas.openxmlformats.org/officeDocument/2006/relationships/image" Target="../media/image45.png"/><Relationship Id="rId5"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6.png"/><Relationship Id="rId4" Type="http://schemas.openxmlformats.org/officeDocument/2006/relationships/image" Target="../media/image59.jpg"/><Relationship Id="rId5" Type="http://schemas.openxmlformats.org/officeDocument/2006/relationships/image" Target="../media/image7.png"/><Relationship Id="rId6" Type="http://schemas.openxmlformats.org/officeDocument/2006/relationships/image" Target="../media/image53.png"/><Relationship Id="rId7" Type="http://schemas.openxmlformats.org/officeDocument/2006/relationships/image" Target="../media/image6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63.jpg"/><Relationship Id="rId4" Type="http://schemas.openxmlformats.org/officeDocument/2006/relationships/image" Target="../media/image7.png"/><Relationship Id="rId5" Type="http://schemas.openxmlformats.org/officeDocument/2006/relationships/image" Target="../media/image57.png"/><Relationship Id="rId6" Type="http://schemas.openxmlformats.org/officeDocument/2006/relationships/image" Target="../media/image55.png"/><Relationship Id="rId7" Type="http://schemas.openxmlformats.org/officeDocument/2006/relationships/image" Target="../media/image6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hyperlink" Target="http://drive.google.com/file/d/1UBckpTVNMHJ5HV8VIyDuzn-K8yYnCCCa/view" TargetMode="External"/><Relationship Id="rId4" Type="http://schemas.openxmlformats.org/officeDocument/2006/relationships/image" Target="../media/image56.jpg"/><Relationship Id="rId5" Type="http://schemas.openxmlformats.org/officeDocument/2006/relationships/image" Target="../media/image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62.jp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FEF"/>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b="25076" l="0" r="0" t="0"/>
          <a:stretch/>
        </p:blipFill>
        <p:spPr>
          <a:xfrm>
            <a:off x="-38025" y="-16125"/>
            <a:ext cx="9182026" cy="5159700"/>
          </a:xfrm>
          <a:prstGeom prst="rect">
            <a:avLst/>
          </a:prstGeom>
          <a:noFill/>
          <a:ln>
            <a:noFill/>
          </a:ln>
        </p:spPr>
      </p:pic>
      <p:sp>
        <p:nvSpPr>
          <p:cNvPr id="55" name="Google Shape;55;p13"/>
          <p:cNvSpPr/>
          <p:nvPr/>
        </p:nvSpPr>
        <p:spPr>
          <a:xfrm>
            <a:off x="533550" y="-16200"/>
            <a:ext cx="4857600" cy="5159700"/>
          </a:xfrm>
          <a:prstGeom prst="rect">
            <a:avLst/>
          </a:prstGeom>
          <a:solidFill>
            <a:srgbClr val="F8FFEF">
              <a:alpha val="9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p:nvPr/>
        </p:nvSpPr>
        <p:spPr>
          <a:xfrm>
            <a:off x="4724400" y="4510450"/>
            <a:ext cx="1283100" cy="1283100"/>
          </a:xfrm>
          <a:prstGeom prst="ellipse">
            <a:avLst/>
          </a:prstGeom>
          <a:solidFill>
            <a:srgbClr val="97C1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sp>
        <p:nvSpPr>
          <p:cNvPr id="57" name="Google Shape;57;p13"/>
          <p:cNvSpPr txBox="1"/>
          <p:nvPr>
            <p:ph idx="1" type="subTitle"/>
          </p:nvPr>
        </p:nvSpPr>
        <p:spPr>
          <a:xfrm>
            <a:off x="895500" y="3824650"/>
            <a:ext cx="4133700" cy="66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a:solidFill>
                  <a:srgbClr val="274E13"/>
                </a:solidFill>
                <a:latin typeface="Lora"/>
                <a:ea typeface="Lora"/>
                <a:cs typeface="Lora"/>
                <a:sym typeface="Lora"/>
              </a:rPr>
              <a:t>PROYECTO DE GRADO</a:t>
            </a:r>
            <a:endParaRPr b="1">
              <a:solidFill>
                <a:srgbClr val="274E13"/>
              </a:solidFill>
              <a:latin typeface="Lora"/>
              <a:ea typeface="Lora"/>
              <a:cs typeface="Lora"/>
              <a:sym typeface="Lora"/>
            </a:endParaRPr>
          </a:p>
          <a:p>
            <a:pPr indent="0" lvl="0" marL="0" rtl="0" algn="l">
              <a:spcBef>
                <a:spcPts val="0"/>
              </a:spcBef>
              <a:spcAft>
                <a:spcPts val="0"/>
              </a:spcAft>
              <a:buNone/>
            </a:pPr>
            <a:r>
              <a:t/>
            </a:r>
            <a:endParaRPr b="1">
              <a:solidFill>
                <a:srgbClr val="274E13"/>
              </a:solidFill>
              <a:latin typeface="Lora"/>
              <a:ea typeface="Lora"/>
              <a:cs typeface="Lora"/>
              <a:sym typeface="Lora"/>
            </a:endParaRPr>
          </a:p>
        </p:txBody>
      </p:sp>
      <p:sp>
        <p:nvSpPr>
          <p:cNvPr id="58" name="Google Shape;58;p13"/>
          <p:cNvSpPr txBox="1"/>
          <p:nvPr>
            <p:ph type="ctrTitle"/>
          </p:nvPr>
        </p:nvSpPr>
        <p:spPr>
          <a:xfrm>
            <a:off x="895500" y="723900"/>
            <a:ext cx="4133700" cy="2752500"/>
          </a:xfrm>
          <a:prstGeom prst="rect">
            <a:avLst/>
          </a:prstGeom>
          <a:noFill/>
        </p:spPr>
        <p:txBody>
          <a:bodyPr anchorCtr="0" anchor="b" bIns="91425" lIns="91425" spcFirstLastPara="1" rIns="91425" wrap="square" tIns="91425">
            <a:noAutofit/>
          </a:bodyPr>
          <a:lstStyle/>
          <a:p>
            <a:pPr indent="0" lvl="0" marL="0" rtl="0" algn="l">
              <a:spcBef>
                <a:spcPts val="0"/>
              </a:spcBef>
              <a:spcAft>
                <a:spcPts val="0"/>
              </a:spcAft>
              <a:buNone/>
            </a:pPr>
            <a:r>
              <a:rPr b="0" lang="es" sz="2200">
                <a:solidFill>
                  <a:srgbClr val="755B60"/>
                </a:solidFill>
              </a:rPr>
              <a:t>Mecanismo de Navegación basado en Reconocimiento de Objetos Tangibles y Georreferenciación para el acceso a Recursos Virtuales de Especímenes Vegetales en el Jardín Botánico de Bogotá.</a:t>
            </a:r>
            <a:endParaRPr b="0" sz="2200">
              <a:solidFill>
                <a:srgbClr val="755B6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FEF"/>
        </a:solidFill>
      </p:bgPr>
    </p:bg>
    <p:spTree>
      <p:nvGrpSpPr>
        <p:cNvPr id="62" name="Shape 62"/>
        <p:cNvGrpSpPr/>
        <p:nvPr/>
      </p:nvGrpSpPr>
      <p:grpSpPr>
        <a:xfrm>
          <a:off x="0" y="0"/>
          <a:ext cx="0" cy="0"/>
          <a:chOff x="0" y="0"/>
          <a:chExt cx="0" cy="0"/>
        </a:xfrm>
      </p:grpSpPr>
      <p:pic>
        <p:nvPicPr>
          <p:cNvPr id="63" name="Google Shape;63;p14"/>
          <p:cNvPicPr preferRelativeResize="0"/>
          <p:nvPr/>
        </p:nvPicPr>
        <p:blipFill>
          <a:blip r:embed="rId3">
            <a:alphaModFix/>
          </a:blip>
          <a:stretch>
            <a:fillRect/>
          </a:stretch>
        </p:blipFill>
        <p:spPr>
          <a:xfrm flipH="1">
            <a:off x="-609600" y="-16201"/>
            <a:ext cx="9784282" cy="5159700"/>
          </a:xfrm>
          <a:prstGeom prst="rect">
            <a:avLst/>
          </a:prstGeom>
          <a:noFill/>
          <a:ln>
            <a:noFill/>
          </a:ln>
        </p:spPr>
      </p:pic>
      <p:sp>
        <p:nvSpPr>
          <p:cNvPr id="64" name="Google Shape;64;p14"/>
          <p:cNvSpPr/>
          <p:nvPr/>
        </p:nvSpPr>
        <p:spPr>
          <a:xfrm>
            <a:off x="4008050" y="-16200"/>
            <a:ext cx="4621800" cy="5159700"/>
          </a:xfrm>
          <a:prstGeom prst="rect">
            <a:avLst/>
          </a:prstGeom>
          <a:solidFill>
            <a:srgbClr val="F8FFEF">
              <a:alpha val="9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4"/>
          <p:cNvSpPr/>
          <p:nvPr/>
        </p:nvSpPr>
        <p:spPr>
          <a:xfrm>
            <a:off x="3352800" y="-899750"/>
            <a:ext cx="1283100" cy="1283100"/>
          </a:xfrm>
          <a:prstGeom prst="ellipse">
            <a:avLst/>
          </a:prstGeom>
          <a:solidFill>
            <a:srgbClr val="97C1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sp>
        <p:nvSpPr>
          <p:cNvPr id="66" name="Google Shape;66;p14"/>
          <p:cNvSpPr txBox="1"/>
          <p:nvPr>
            <p:ph idx="1" type="subTitle"/>
          </p:nvPr>
        </p:nvSpPr>
        <p:spPr>
          <a:xfrm>
            <a:off x="4505325" y="535750"/>
            <a:ext cx="3600600" cy="4041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b="1" lang="es" sz="1800">
                <a:solidFill>
                  <a:srgbClr val="755B60"/>
                </a:solidFill>
                <a:latin typeface="Lato"/>
                <a:ea typeface="Lato"/>
                <a:cs typeface="Lato"/>
                <a:sym typeface="Lato"/>
              </a:rPr>
              <a:t>PRESENTADO POR</a:t>
            </a:r>
            <a:endParaRPr b="1" sz="1800">
              <a:solidFill>
                <a:srgbClr val="755B60"/>
              </a:solidFill>
              <a:latin typeface="Lato"/>
              <a:ea typeface="Lato"/>
              <a:cs typeface="Lato"/>
              <a:sym typeface="Lato"/>
            </a:endParaRPr>
          </a:p>
          <a:p>
            <a:pPr indent="0" lvl="0" marL="0" rtl="0" algn="r">
              <a:spcBef>
                <a:spcPts val="0"/>
              </a:spcBef>
              <a:spcAft>
                <a:spcPts val="0"/>
              </a:spcAft>
              <a:buNone/>
            </a:pPr>
            <a:r>
              <a:t/>
            </a:r>
            <a:endParaRPr sz="1800">
              <a:solidFill>
                <a:srgbClr val="755B60"/>
              </a:solidFill>
              <a:latin typeface="Lato"/>
              <a:ea typeface="Lato"/>
              <a:cs typeface="Lato"/>
              <a:sym typeface="Lato"/>
            </a:endParaRPr>
          </a:p>
          <a:p>
            <a:pPr indent="0" lvl="0" marL="0" rtl="0" algn="r">
              <a:spcBef>
                <a:spcPts val="0"/>
              </a:spcBef>
              <a:spcAft>
                <a:spcPts val="0"/>
              </a:spcAft>
              <a:buNone/>
            </a:pPr>
            <a:r>
              <a:rPr lang="es" sz="1800">
                <a:solidFill>
                  <a:srgbClr val="755B60"/>
                </a:solidFill>
                <a:latin typeface="Lato"/>
                <a:ea typeface="Lato"/>
                <a:cs typeface="Lato"/>
                <a:sym typeface="Lato"/>
              </a:rPr>
              <a:t>Dalia Marcela Muñoz Araque</a:t>
            </a:r>
            <a:endParaRPr sz="1800">
              <a:solidFill>
                <a:srgbClr val="755B60"/>
              </a:solidFill>
              <a:latin typeface="Lato"/>
              <a:ea typeface="Lato"/>
              <a:cs typeface="Lato"/>
              <a:sym typeface="Lato"/>
            </a:endParaRPr>
          </a:p>
          <a:p>
            <a:pPr indent="0" lvl="0" marL="0" rtl="0" algn="r">
              <a:spcBef>
                <a:spcPts val="0"/>
              </a:spcBef>
              <a:spcAft>
                <a:spcPts val="0"/>
              </a:spcAft>
              <a:buNone/>
            </a:pPr>
            <a:r>
              <a:rPr lang="es" sz="1800">
                <a:solidFill>
                  <a:srgbClr val="755B60"/>
                </a:solidFill>
                <a:latin typeface="Lato"/>
                <a:ea typeface="Lato"/>
                <a:cs typeface="Lato"/>
                <a:sym typeface="Lato"/>
              </a:rPr>
              <a:t>Maycol Hernandez García</a:t>
            </a:r>
            <a:endParaRPr sz="1800">
              <a:solidFill>
                <a:srgbClr val="755B60"/>
              </a:solidFill>
              <a:latin typeface="Lato"/>
              <a:ea typeface="Lato"/>
              <a:cs typeface="Lato"/>
              <a:sym typeface="Lato"/>
            </a:endParaRPr>
          </a:p>
          <a:p>
            <a:pPr indent="0" lvl="0" marL="0" rtl="0" algn="r">
              <a:spcBef>
                <a:spcPts val="0"/>
              </a:spcBef>
              <a:spcAft>
                <a:spcPts val="0"/>
              </a:spcAft>
              <a:buNone/>
            </a:pPr>
            <a:r>
              <a:t/>
            </a:r>
            <a:endParaRPr sz="1800">
              <a:solidFill>
                <a:srgbClr val="755B60"/>
              </a:solidFill>
              <a:latin typeface="Lato"/>
              <a:ea typeface="Lato"/>
              <a:cs typeface="Lato"/>
              <a:sym typeface="Lato"/>
            </a:endParaRPr>
          </a:p>
          <a:p>
            <a:pPr indent="0" lvl="0" marL="0" rtl="0" algn="r">
              <a:spcBef>
                <a:spcPts val="0"/>
              </a:spcBef>
              <a:spcAft>
                <a:spcPts val="0"/>
              </a:spcAft>
              <a:buNone/>
            </a:pPr>
            <a:r>
              <a:t/>
            </a:r>
            <a:endParaRPr sz="1800">
              <a:solidFill>
                <a:srgbClr val="755B60"/>
              </a:solidFill>
              <a:latin typeface="Lato"/>
              <a:ea typeface="Lato"/>
              <a:cs typeface="Lato"/>
              <a:sym typeface="Lato"/>
            </a:endParaRPr>
          </a:p>
          <a:p>
            <a:pPr indent="0" lvl="0" marL="0" rtl="0" algn="r">
              <a:spcBef>
                <a:spcPts val="0"/>
              </a:spcBef>
              <a:spcAft>
                <a:spcPts val="0"/>
              </a:spcAft>
              <a:buNone/>
            </a:pPr>
            <a:r>
              <a:t/>
            </a:r>
            <a:endParaRPr sz="1800">
              <a:solidFill>
                <a:srgbClr val="755B60"/>
              </a:solidFill>
              <a:latin typeface="Lato"/>
              <a:ea typeface="Lato"/>
              <a:cs typeface="Lato"/>
              <a:sym typeface="Lato"/>
            </a:endParaRPr>
          </a:p>
          <a:p>
            <a:pPr indent="0" lvl="0" marL="0" rtl="0" algn="r">
              <a:spcBef>
                <a:spcPts val="0"/>
              </a:spcBef>
              <a:spcAft>
                <a:spcPts val="0"/>
              </a:spcAft>
              <a:buNone/>
            </a:pPr>
            <a:r>
              <a:rPr b="1" lang="es" sz="1800">
                <a:solidFill>
                  <a:srgbClr val="755B60"/>
                </a:solidFill>
                <a:latin typeface="Lato"/>
                <a:ea typeface="Lato"/>
                <a:cs typeface="Lato"/>
                <a:sym typeface="Lato"/>
              </a:rPr>
              <a:t>DIRECTOR</a:t>
            </a:r>
            <a:endParaRPr b="1" sz="1800">
              <a:solidFill>
                <a:srgbClr val="755B60"/>
              </a:solidFill>
              <a:latin typeface="Lato"/>
              <a:ea typeface="Lato"/>
              <a:cs typeface="Lato"/>
              <a:sym typeface="Lato"/>
            </a:endParaRPr>
          </a:p>
          <a:p>
            <a:pPr indent="0" lvl="0" marL="0" rtl="0" algn="r">
              <a:spcBef>
                <a:spcPts val="0"/>
              </a:spcBef>
              <a:spcAft>
                <a:spcPts val="0"/>
              </a:spcAft>
              <a:buNone/>
            </a:pPr>
            <a:r>
              <a:t/>
            </a:r>
            <a:endParaRPr b="1" sz="1800">
              <a:solidFill>
                <a:srgbClr val="755B60"/>
              </a:solidFill>
              <a:latin typeface="Lato"/>
              <a:ea typeface="Lato"/>
              <a:cs typeface="Lato"/>
              <a:sym typeface="Lato"/>
            </a:endParaRPr>
          </a:p>
          <a:p>
            <a:pPr indent="0" lvl="0" marL="0" rtl="0" algn="r">
              <a:spcBef>
                <a:spcPts val="0"/>
              </a:spcBef>
              <a:spcAft>
                <a:spcPts val="0"/>
              </a:spcAft>
              <a:buNone/>
            </a:pPr>
            <a:r>
              <a:rPr lang="es" sz="1800">
                <a:solidFill>
                  <a:srgbClr val="755B60"/>
                </a:solidFill>
                <a:latin typeface="Lato"/>
                <a:ea typeface="Lato"/>
                <a:cs typeface="Lato"/>
                <a:sym typeface="Lato"/>
              </a:rPr>
              <a:t>Paulo Alonso Gaona-García</a:t>
            </a:r>
            <a:endParaRPr sz="1800">
              <a:solidFill>
                <a:srgbClr val="755B60"/>
              </a:solidFill>
              <a:latin typeface="Lato"/>
              <a:ea typeface="Lato"/>
              <a:cs typeface="Lato"/>
              <a:sym typeface="Lato"/>
            </a:endParaRPr>
          </a:p>
          <a:p>
            <a:pPr indent="0" lvl="0" marL="0" rtl="0" algn="r">
              <a:spcBef>
                <a:spcPts val="0"/>
              </a:spcBef>
              <a:spcAft>
                <a:spcPts val="0"/>
              </a:spcAft>
              <a:buNone/>
            </a:pPr>
            <a:r>
              <a:t/>
            </a:r>
            <a:endParaRPr sz="1800">
              <a:solidFill>
                <a:srgbClr val="755B60"/>
              </a:solidFill>
              <a:latin typeface="Lato"/>
              <a:ea typeface="Lato"/>
              <a:cs typeface="Lato"/>
              <a:sym typeface="Lato"/>
            </a:endParaRPr>
          </a:p>
          <a:p>
            <a:pPr indent="0" lvl="0" marL="0" rtl="0" algn="l">
              <a:spcBef>
                <a:spcPts val="0"/>
              </a:spcBef>
              <a:spcAft>
                <a:spcPts val="0"/>
              </a:spcAft>
              <a:buNone/>
            </a:pPr>
            <a:r>
              <a:t/>
            </a:r>
            <a:endParaRPr sz="1800">
              <a:solidFill>
                <a:srgbClr val="755B60"/>
              </a:solidFill>
              <a:latin typeface="Lato"/>
              <a:ea typeface="Lato"/>
              <a:cs typeface="Lato"/>
              <a:sym typeface="Lato"/>
            </a:endParaRPr>
          </a:p>
          <a:p>
            <a:pPr indent="0" lvl="0" marL="0" rtl="0" algn="r">
              <a:spcBef>
                <a:spcPts val="0"/>
              </a:spcBef>
              <a:spcAft>
                <a:spcPts val="0"/>
              </a:spcAft>
              <a:buNone/>
            </a:pPr>
            <a:r>
              <a:t/>
            </a:r>
            <a:endParaRPr sz="1800">
              <a:solidFill>
                <a:srgbClr val="755B60"/>
              </a:solidFill>
              <a:latin typeface="Lato"/>
              <a:ea typeface="Lato"/>
              <a:cs typeface="Lato"/>
              <a:sym typeface="Lato"/>
            </a:endParaRPr>
          </a:p>
          <a:p>
            <a:pPr indent="0" lvl="0" marL="0" rtl="0" algn="r">
              <a:spcBef>
                <a:spcPts val="0"/>
              </a:spcBef>
              <a:spcAft>
                <a:spcPts val="0"/>
              </a:spcAft>
              <a:buNone/>
            </a:pPr>
            <a:r>
              <a:rPr lang="es" sz="1800">
                <a:solidFill>
                  <a:srgbClr val="755B60"/>
                </a:solidFill>
                <a:latin typeface="Lato"/>
                <a:ea typeface="Lato"/>
                <a:cs typeface="Lato"/>
                <a:sym typeface="Lato"/>
              </a:rPr>
              <a:t>Bogotá, 2020</a:t>
            </a:r>
            <a:endParaRPr sz="1800">
              <a:solidFill>
                <a:srgbClr val="755B60"/>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FEF"/>
        </a:solidFill>
      </p:bgPr>
    </p:bg>
    <p:spTree>
      <p:nvGrpSpPr>
        <p:cNvPr id="70" name="Shape 70"/>
        <p:cNvGrpSpPr/>
        <p:nvPr/>
      </p:nvGrpSpPr>
      <p:grpSpPr>
        <a:xfrm>
          <a:off x="0" y="0"/>
          <a:ext cx="0" cy="0"/>
          <a:chOff x="0" y="0"/>
          <a:chExt cx="0" cy="0"/>
        </a:xfrm>
      </p:grpSpPr>
      <p:sp>
        <p:nvSpPr>
          <p:cNvPr id="71" name="Google Shape;71;p15"/>
          <p:cNvSpPr txBox="1"/>
          <p:nvPr>
            <p:ph type="title"/>
          </p:nvPr>
        </p:nvSpPr>
        <p:spPr>
          <a:xfrm>
            <a:off x="652425" y="445025"/>
            <a:ext cx="7820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RESUMEN</a:t>
            </a:r>
            <a:endParaRPr>
              <a:latin typeface="Lato"/>
              <a:ea typeface="Lato"/>
              <a:cs typeface="Lato"/>
              <a:sym typeface="Lato"/>
            </a:endParaRPr>
          </a:p>
        </p:txBody>
      </p:sp>
      <p:sp>
        <p:nvSpPr>
          <p:cNvPr id="72" name="Google Shape;72;p15"/>
          <p:cNvSpPr txBox="1"/>
          <p:nvPr>
            <p:ph idx="1" type="body"/>
          </p:nvPr>
        </p:nvSpPr>
        <p:spPr>
          <a:xfrm>
            <a:off x="1628775" y="1152475"/>
            <a:ext cx="3216300" cy="3416400"/>
          </a:xfrm>
          <a:prstGeom prst="rect">
            <a:avLst/>
          </a:prstGeom>
        </p:spPr>
        <p:txBody>
          <a:bodyPr anchorCtr="0" anchor="ctr" bIns="91425" lIns="91425" spcFirstLastPara="1" rIns="91425" wrap="square" tIns="91425">
            <a:noAutofit/>
          </a:bodyPr>
          <a:lstStyle/>
          <a:p>
            <a:pPr indent="-317500" lvl="0" marL="457200" rtl="0" algn="l">
              <a:lnSpc>
                <a:spcPct val="100000"/>
              </a:lnSpc>
              <a:spcBef>
                <a:spcPts val="0"/>
              </a:spcBef>
              <a:spcAft>
                <a:spcPts val="0"/>
              </a:spcAft>
              <a:buSzPts val="1400"/>
              <a:buFont typeface="Lora SemiBold"/>
              <a:buChar char="●"/>
            </a:pPr>
            <a:r>
              <a:rPr lang="es">
                <a:latin typeface="Lora SemiBold"/>
                <a:ea typeface="Lora SemiBold"/>
                <a:cs typeface="Lora SemiBold"/>
                <a:sym typeface="Lora SemiBold"/>
              </a:rPr>
              <a:t>Introducción</a:t>
            </a:r>
            <a:endParaRPr>
              <a:latin typeface="Lora SemiBold"/>
              <a:ea typeface="Lora SemiBold"/>
              <a:cs typeface="Lora SemiBold"/>
              <a:sym typeface="Lora SemiBold"/>
            </a:endParaRPr>
          </a:p>
          <a:p>
            <a:pPr indent="0" lvl="0" marL="457200" rtl="0" algn="l">
              <a:lnSpc>
                <a:spcPct val="100000"/>
              </a:lnSpc>
              <a:spcBef>
                <a:spcPts val="800"/>
              </a:spcBef>
              <a:spcAft>
                <a:spcPts val="0"/>
              </a:spcAft>
              <a:buNone/>
            </a:pPr>
            <a:r>
              <a:t/>
            </a:r>
            <a:endParaRPr>
              <a:latin typeface="Lora SemiBold"/>
              <a:ea typeface="Lora SemiBold"/>
              <a:cs typeface="Lora SemiBold"/>
              <a:sym typeface="Lora SemiBold"/>
            </a:endParaRPr>
          </a:p>
          <a:p>
            <a:pPr indent="-317500" lvl="0" marL="457200" rtl="0" algn="l">
              <a:lnSpc>
                <a:spcPct val="100000"/>
              </a:lnSpc>
              <a:spcBef>
                <a:spcPts val="800"/>
              </a:spcBef>
              <a:spcAft>
                <a:spcPts val="0"/>
              </a:spcAft>
              <a:buSzPts val="1400"/>
              <a:buFont typeface="Lora SemiBold"/>
              <a:buChar char="●"/>
            </a:pPr>
            <a:r>
              <a:rPr lang="es">
                <a:latin typeface="Lora SemiBold"/>
                <a:ea typeface="Lora SemiBold"/>
                <a:cs typeface="Lora SemiBold"/>
                <a:sym typeface="Lora SemiBold"/>
              </a:rPr>
              <a:t>Problema</a:t>
            </a:r>
            <a:endParaRPr>
              <a:latin typeface="Lora SemiBold"/>
              <a:ea typeface="Lora SemiBold"/>
              <a:cs typeface="Lora SemiBold"/>
              <a:sym typeface="Lora SemiBold"/>
            </a:endParaRPr>
          </a:p>
          <a:p>
            <a:pPr indent="0" lvl="0" marL="457200" rtl="0" algn="l">
              <a:lnSpc>
                <a:spcPct val="100000"/>
              </a:lnSpc>
              <a:spcBef>
                <a:spcPts val="800"/>
              </a:spcBef>
              <a:spcAft>
                <a:spcPts val="0"/>
              </a:spcAft>
              <a:buNone/>
            </a:pPr>
            <a:r>
              <a:t/>
            </a:r>
            <a:endParaRPr>
              <a:latin typeface="Lora SemiBold"/>
              <a:ea typeface="Lora SemiBold"/>
              <a:cs typeface="Lora SemiBold"/>
              <a:sym typeface="Lora SemiBold"/>
            </a:endParaRPr>
          </a:p>
          <a:p>
            <a:pPr indent="-317500" lvl="0" marL="457200" rtl="0" algn="l">
              <a:lnSpc>
                <a:spcPct val="100000"/>
              </a:lnSpc>
              <a:spcBef>
                <a:spcPts val="800"/>
              </a:spcBef>
              <a:spcAft>
                <a:spcPts val="0"/>
              </a:spcAft>
              <a:buSzPts val="1400"/>
              <a:buFont typeface="Lora SemiBold"/>
              <a:buChar char="●"/>
            </a:pPr>
            <a:r>
              <a:rPr lang="es">
                <a:latin typeface="Lora SemiBold"/>
                <a:ea typeface="Lora SemiBold"/>
                <a:cs typeface="Lora SemiBold"/>
                <a:sym typeface="Lora SemiBold"/>
              </a:rPr>
              <a:t>Justificación</a:t>
            </a:r>
            <a:endParaRPr>
              <a:latin typeface="Lora SemiBold"/>
              <a:ea typeface="Lora SemiBold"/>
              <a:cs typeface="Lora SemiBold"/>
              <a:sym typeface="Lora SemiBold"/>
            </a:endParaRPr>
          </a:p>
          <a:p>
            <a:pPr indent="0" lvl="0" marL="457200" rtl="0" algn="l">
              <a:lnSpc>
                <a:spcPct val="100000"/>
              </a:lnSpc>
              <a:spcBef>
                <a:spcPts val="800"/>
              </a:spcBef>
              <a:spcAft>
                <a:spcPts val="0"/>
              </a:spcAft>
              <a:buNone/>
            </a:pPr>
            <a:r>
              <a:t/>
            </a:r>
            <a:endParaRPr>
              <a:latin typeface="Lora SemiBold"/>
              <a:ea typeface="Lora SemiBold"/>
              <a:cs typeface="Lora SemiBold"/>
              <a:sym typeface="Lora SemiBold"/>
            </a:endParaRPr>
          </a:p>
          <a:p>
            <a:pPr indent="-317500" lvl="0" marL="457200" rtl="0" algn="l">
              <a:lnSpc>
                <a:spcPct val="100000"/>
              </a:lnSpc>
              <a:spcBef>
                <a:spcPts val="800"/>
              </a:spcBef>
              <a:spcAft>
                <a:spcPts val="0"/>
              </a:spcAft>
              <a:buSzPts val="1400"/>
              <a:buFont typeface="Lora SemiBold"/>
              <a:buChar char="●"/>
            </a:pPr>
            <a:r>
              <a:rPr lang="es">
                <a:latin typeface="Lora SemiBold"/>
                <a:ea typeface="Lora SemiBold"/>
                <a:cs typeface="Lora SemiBold"/>
                <a:sym typeface="Lora SemiBold"/>
              </a:rPr>
              <a:t>Objetivos</a:t>
            </a:r>
            <a:endParaRPr>
              <a:latin typeface="Lora SemiBold"/>
              <a:ea typeface="Lora SemiBold"/>
              <a:cs typeface="Lora SemiBold"/>
              <a:sym typeface="Lora SemiBold"/>
            </a:endParaRPr>
          </a:p>
          <a:p>
            <a:pPr indent="0" lvl="0" marL="457200" rtl="0" algn="l">
              <a:lnSpc>
                <a:spcPct val="100000"/>
              </a:lnSpc>
              <a:spcBef>
                <a:spcPts val="800"/>
              </a:spcBef>
              <a:spcAft>
                <a:spcPts val="0"/>
              </a:spcAft>
              <a:buNone/>
            </a:pPr>
            <a:r>
              <a:t/>
            </a:r>
            <a:endParaRPr>
              <a:latin typeface="Lora SemiBold"/>
              <a:ea typeface="Lora SemiBold"/>
              <a:cs typeface="Lora SemiBold"/>
              <a:sym typeface="Lora SemiBold"/>
            </a:endParaRPr>
          </a:p>
          <a:p>
            <a:pPr indent="-317500" lvl="0" marL="457200" rtl="0" algn="l">
              <a:lnSpc>
                <a:spcPct val="100000"/>
              </a:lnSpc>
              <a:spcBef>
                <a:spcPts val="800"/>
              </a:spcBef>
              <a:spcAft>
                <a:spcPts val="800"/>
              </a:spcAft>
              <a:buSzPts val="1400"/>
              <a:buFont typeface="Lora SemiBold"/>
              <a:buChar char="●"/>
            </a:pPr>
            <a:r>
              <a:rPr lang="es">
                <a:latin typeface="Lora SemiBold"/>
                <a:ea typeface="Lora SemiBold"/>
                <a:cs typeface="Lora SemiBold"/>
                <a:sym typeface="Lora SemiBold"/>
              </a:rPr>
              <a:t>Situación Actual</a:t>
            </a:r>
            <a:endParaRPr>
              <a:latin typeface="Lora SemiBold"/>
              <a:ea typeface="Lora SemiBold"/>
              <a:cs typeface="Lora SemiBold"/>
              <a:sym typeface="Lora SemiBold"/>
            </a:endParaRPr>
          </a:p>
        </p:txBody>
      </p:sp>
      <p:sp>
        <p:nvSpPr>
          <p:cNvPr id="73" name="Google Shape;73;p15"/>
          <p:cNvSpPr txBox="1"/>
          <p:nvPr>
            <p:ph idx="2" type="body"/>
          </p:nvPr>
        </p:nvSpPr>
        <p:spPr>
          <a:xfrm>
            <a:off x="5213400" y="1152475"/>
            <a:ext cx="3273300" cy="3416400"/>
          </a:xfrm>
          <a:prstGeom prst="rect">
            <a:avLst/>
          </a:prstGeom>
        </p:spPr>
        <p:txBody>
          <a:bodyPr anchorCtr="0" anchor="ctr" bIns="91425" lIns="91425" spcFirstLastPara="1" rIns="91425" wrap="square" tIns="91425">
            <a:noAutofit/>
          </a:bodyPr>
          <a:lstStyle/>
          <a:p>
            <a:pPr indent="-317500" lvl="0" marL="457200" rtl="0" algn="l">
              <a:lnSpc>
                <a:spcPct val="100000"/>
              </a:lnSpc>
              <a:spcBef>
                <a:spcPts val="0"/>
              </a:spcBef>
              <a:spcAft>
                <a:spcPts val="0"/>
              </a:spcAft>
              <a:buSzPts val="1400"/>
              <a:buFont typeface="Lora SemiBold"/>
              <a:buChar char="●"/>
            </a:pPr>
            <a:r>
              <a:rPr lang="es">
                <a:latin typeface="Lora SemiBold"/>
                <a:ea typeface="Lora SemiBold"/>
                <a:cs typeface="Lora SemiBold"/>
                <a:sym typeface="Lora SemiBold"/>
              </a:rPr>
              <a:t>Metodología</a:t>
            </a:r>
            <a:endParaRPr>
              <a:latin typeface="Lora SemiBold"/>
              <a:ea typeface="Lora SemiBold"/>
              <a:cs typeface="Lora SemiBold"/>
              <a:sym typeface="Lora SemiBold"/>
            </a:endParaRPr>
          </a:p>
          <a:p>
            <a:pPr indent="0" lvl="0" marL="457200" rtl="0" algn="l">
              <a:lnSpc>
                <a:spcPct val="100000"/>
              </a:lnSpc>
              <a:spcBef>
                <a:spcPts val="800"/>
              </a:spcBef>
              <a:spcAft>
                <a:spcPts val="0"/>
              </a:spcAft>
              <a:buNone/>
            </a:pPr>
            <a:r>
              <a:t/>
            </a:r>
            <a:endParaRPr>
              <a:latin typeface="Lora SemiBold"/>
              <a:ea typeface="Lora SemiBold"/>
              <a:cs typeface="Lora SemiBold"/>
              <a:sym typeface="Lora SemiBold"/>
            </a:endParaRPr>
          </a:p>
          <a:p>
            <a:pPr indent="-317500" lvl="0" marL="457200" rtl="0" algn="l">
              <a:lnSpc>
                <a:spcPct val="100000"/>
              </a:lnSpc>
              <a:spcBef>
                <a:spcPts val="800"/>
              </a:spcBef>
              <a:spcAft>
                <a:spcPts val="0"/>
              </a:spcAft>
              <a:buSzPts val="1400"/>
              <a:buFont typeface="Lora SemiBold"/>
              <a:buChar char="●"/>
            </a:pPr>
            <a:r>
              <a:rPr lang="es">
                <a:latin typeface="Lora SemiBold"/>
                <a:ea typeface="Lora SemiBold"/>
                <a:cs typeface="Lora SemiBold"/>
                <a:sym typeface="Lora SemiBold"/>
              </a:rPr>
              <a:t>Modelo Propuesto</a:t>
            </a:r>
            <a:endParaRPr>
              <a:latin typeface="Lora SemiBold"/>
              <a:ea typeface="Lora SemiBold"/>
              <a:cs typeface="Lora SemiBold"/>
              <a:sym typeface="Lora SemiBold"/>
            </a:endParaRPr>
          </a:p>
          <a:p>
            <a:pPr indent="0" lvl="0" marL="457200" rtl="0" algn="l">
              <a:lnSpc>
                <a:spcPct val="100000"/>
              </a:lnSpc>
              <a:spcBef>
                <a:spcPts val="800"/>
              </a:spcBef>
              <a:spcAft>
                <a:spcPts val="0"/>
              </a:spcAft>
              <a:buNone/>
            </a:pPr>
            <a:r>
              <a:t/>
            </a:r>
            <a:endParaRPr>
              <a:latin typeface="Lora SemiBold"/>
              <a:ea typeface="Lora SemiBold"/>
              <a:cs typeface="Lora SemiBold"/>
              <a:sym typeface="Lora SemiBold"/>
            </a:endParaRPr>
          </a:p>
          <a:p>
            <a:pPr indent="-317500" lvl="0" marL="457200" rtl="0" algn="l">
              <a:lnSpc>
                <a:spcPct val="100000"/>
              </a:lnSpc>
              <a:spcBef>
                <a:spcPts val="800"/>
              </a:spcBef>
              <a:spcAft>
                <a:spcPts val="0"/>
              </a:spcAft>
              <a:buSzPts val="1400"/>
              <a:buFont typeface="Lora SemiBold"/>
              <a:buChar char="●"/>
            </a:pPr>
            <a:r>
              <a:rPr lang="es">
                <a:latin typeface="Lora SemiBold"/>
                <a:ea typeface="Lora SemiBold"/>
                <a:cs typeface="Lora SemiBold"/>
                <a:sym typeface="Lora SemiBold"/>
              </a:rPr>
              <a:t>Aplicación</a:t>
            </a:r>
            <a:endParaRPr>
              <a:latin typeface="Lora SemiBold"/>
              <a:ea typeface="Lora SemiBold"/>
              <a:cs typeface="Lora SemiBold"/>
              <a:sym typeface="Lora SemiBold"/>
            </a:endParaRPr>
          </a:p>
          <a:p>
            <a:pPr indent="0" lvl="0" marL="457200" rtl="0" algn="l">
              <a:lnSpc>
                <a:spcPct val="100000"/>
              </a:lnSpc>
              <a:spcBef>
                <a:spcPts val="800"/>
              </a:spcBef>
              <a:spcAft>
                <a:spcPts val="0"/>
              </a:spcAft>
              <a:buNone/>
            </a:pPr>
            <a:r>
              <a:t/>
            </a:r>
            <a:endParaRPr>
              <a:latin typeface="Lora SemiBold"/>
              <a:ea typeface="Lora SemiBold"/>
              <a:cs typeface="Lora SemiBold"/>
              <a:sym typeface="Lora SemiBold"/>
            </a:endParaRPr>
          </a:p>
          <a:p>
            <a:pPr indent="-317500" lvl="0" marL="457200" rtl="0" algn="l">
              <a:lnSpc>
                <a:spcPct val="100000"/>
              </a:lnSpc>
              <a:spcBef>
                <a:spcPts val="800"/>
              </a:spcBef>
              <a:spcAft>
                <a:spcPts val="0"/>
              </a:spcAft>
              <a:buSzPts val="1400"/>
              <a:buFont typeface="Lora SemiBold"/>
              <a:buChar char="●"/>
            </a:pPr>
            <a:r>
              <a:rPr lang="es">
                <a:latin typeface="Lora SemiBold"/>
                <a:ea typeface="Lora SemiBold"/>
                <a:cs typeface="Lora SemiBold"/>
                <a:sym typeface="Lora SemiBold"/>
              </a:rPr>
              <a:t>Resultados y Análisis</a:t>
            </a:r>
            <a:endParaRPr>
              <a:latin typeface="Lora SemiBold"/>
              <a:ea typeface="Lora SemiBold"/>
              <a:cs typeface="Lora SemiBold"/>
              <a:sym typeface="Lora SemiBold"/>
            </a:endParaRPr>
          </a:p>
          <a:p>
            <a:pPr indent="0" lvl="0" marL="457200" rtl="0" algn="l">
              <a:lnSpc>
                <a:spcPct val="100000"/>
              </a:lnSpc>
              <a:spcBef>
                <a:spcPts val="800"/>
              </a:spcBef>
              <a:spcAft>
                <a:spcPts val="0"/>
              </a:spcAft>
              <a:buNone/>
            </a:pPr>
            <a:r>
              <a:t/>
            </a:r>
            <a:endParaRPr>
              <a:latin typeface="Lora SemiBold"/>
              <a:ea typeface="Lora SemiBold"/>
              <a:cs typeface="Lora SemiBold"/>
              <a:sym typeface="Lora SemiBold"/>
            </a:endParaRPr>
          </a:p>
          <a:p>
            <a:pPr indent="-317500" lvl="0" marL="457200" rtl="0" algn="l">
              <a:lnSpc>
                <a:spcPct val="100000"/>
              </a:lnSpc>
              <a:spcBef>
                <a:spcPts val="800"/>
              </a:spcBef>
              <a:spcAft>
                <a:spcPts val="800"/>
              </a:spcAft>
              <a:buSzPts val="1400"/>
              <a:buFont typeface="Lora SemiBold"/>
              <a:buChar char="●"/>
            </a:pPr>
            <a:r>
              <a:rPr lang="es">
                <a:latin typeface="Lora SemiBold"/>
                <a:ea typeface="Lora SemiBold"/>
                <a:cs typeface="Lora SemiBold"/>
                <a:sym typeface="Lora SemiBold"/>
              </a:rPr>
              <a:t>Conclusiones</a:t>
            </a:r>
            <a:endParaRPr>
              <a:latin typeface="Lora SemiBold"/>
              <a:ea typeface="Lora SemiBold"/>
              <a:cs typeface="Lora SemiBold"/>
              <a:sym typeface="Lora SemiBold"/>
            </a:endParaRPr>
          </a:p>
        </p:txBody>
      </p:sp>
      <p:grpSp>
        <p:nvGrpSpPr>
          <p:cNvPr id="74" name="Google Shape;74;p15"/>
          <p:cNvGrpSpPr/>
          <p:nvPr/>
        </p:nvGrpSpPr>
        <p:grpSpPr>
          <a:xfrm>
            <a:off x="7118893" y="3364751"/>
            <a:ext cx="3074700" cy="2188325"/>
            <a:chOff x="6890293" y="3364751"/>
            <a:chExt cx="3074700" cy="2188325"/>
          </a:xfrm>
        </p:grpSpPr>
        <p:pic>
          <p:nvPicPr>
            <p:cNvPr id="75" name="Google Shape;75;p15"/>
            <p:cNvPicPr preferRelativeResize="0"/>
            <p:nvPr/>
          </p:nvPicPr>
          <p:blipFill>
            <a:blip r:embed="rId3">
              <a:alphaModFix/>
            </a:blip>
            <a:stretch>
              <a:fillRect/>
            </a:stretch>
          </p:blipFill>
          <p:spPr>
            <a:xfrm>
              <a:off x="8387123" y="4048700"/>
              <a:ext cx="1577870" cy="1298572"/>
            </a:xfrm>
            <a:prstGeom prst="rect">
              <a:avLst/>
            </a:prstGeom>
            <a:noFill/>
            <a:ln>
              <a:noFill/>
            </a:ln>
          </p:spPr>
        </p:pic>
        <p:pic>
          <p:nvPicPr>
            <p:cNvPr id="76" name="Google Shape;76;p15"/>
            <p:cNvPicPr preferRelativeResize="0"/>
            <p:nvPr/>
          </p:nvPicPr>
          <p:blipFill>
            <a:blip r:embed="rId3">
              <a:alphaModFix/>
            </a:blip>
            <a:stretch>
              <a:fillRect/>
            </a:stretch>
          </p:blipFill>
          <p:spPr>
            <a:xfrm flipH="1">
              <a:off x="6890293" y="4254504"/>
              <a:ext cx="1577870" cy="1298572"/>
            </a:xfrm>
            <a:prstGeom prst="rect">
              <a:avLst/>
            </a:prstGeom>
            <a:noFill/>
            <a:ln>
              <a:noFill/>
            </a:ln>
          </p:spPr>
        </p:pic>
        <p:pic>
          <p:nvPicPr>
            <p:cNvPr id="77" name="Google Shape;77;p15"/>
            <p:cNvPicPr preferRelativeResize="0"/>
            <p:nvPr/>
          </p:nvPicPr>
          <p:blipFill>
            <a:blip r:embed="rId3">
              <a:alphaModFix/>
            </a:blip>
            <a:stretch>
              <a:fillRect/>
            </a:stretch>
          </p:blipFill>
          <p:spPr>
            <a:xfrm rot="-3887955">
              <a:off x="7703705" y="3616333"/>
              <a:ext cx="1163998" cy="957939"/>
            </a:xfrm>
            <a:prstGeom prst="rect">
              <a:avLst/>
            </a:prstGeom>
            <a:noFill/>
            <a:ln>
              <a:noFill/>
            </a:ln>
          </p:spPr>
        </p:pic>
      </p:grpSp>
      <p:pic>
        <p:nvPicPr>
          <p:cNvPr id="78" name="Google Shape;78;p15"/>
          <p:cNvPicPr preferRelativeResize="0"/>
          <p:nvPr/>
        </p:nvPicPr>
        <p:blipFill>
          <a:blip r:embed="rId4">
            <a:alphaModFix/>
          </a:blip>
          <a:stretch>
            <a:fillRect/>
          </a:stretch>
        </p:blipFill>
        <p:spPr>
          <a:xfrm>
            <a:off x="652425" y="1305798"/>
            <a:ext cx="650700" cy="650675"/>
          </a:xfrm>
          <a:prstGeom prst="rect">
            <a:avLst/>
          </a:prstGeom>
          <a:noFill/>
          <a:ln>
            <a:noFill/>
          </a:ln>
        </p:spPr>
      </p:pic>
      <p:pic>
        <p:nvPicPr>
          <p:cNvPr id="79" name="Google Shape;79;p15"/>
          <p:cNvPicPr preferRelativeResize="0"/>
          <p:nvPr/>
        </p:nvPicPr>
        <p:blipFill>
          <a:blip r:embed="rId5">
            <a:alphaModFix/>
          </a:blip>
          <a:stretch>
            <a:fillRect/>
          </a:stretch>
        </p:blipFill>
        <p:spPr>
          <a:xfrm>
            <a:off x="652425" y="2432050"/>
            <a:ext cx="650700" cy="650700"/>
          </a:xfrm>
          <a:prstGeom prst="rect">
            <a:avLst/>
          </a:prstGeom>
          <a:noFill/>
          <a:ln>
            <a:noFill/>
          </a:ln>
        </p:spPr>
      </p:pic>
      <p:pic>
        <p:nvPicPr>
          <p:cNvPr id="80" name="Google Shape;80;p15"/>
          <p:cNvPicPr preferRelativeResize="0"/>
          <p:nvPr/>
        </p:nvPicPr>
        <p:blipFill>
          <a:blip r:embed="rId6">
            <a:alphaModFix/>
          </a:blip>
          <a:stretch>
            <a:fillRect/>
          </a:stretch>
        </p:blipFill>
        <p:spPr>
          <a:xfrm>
            <a:off x="666675" y="3521000"/>
            <a:ext cx="636450" cy="636450"/>
          </a:xfrm>
          <a:prstGeom prst="rect">
            <a:avLst/>
          </a:prstGeom>
          <a:noFill/>
          <a:ln>
            <a:noFill/>
          </a:ln>
        </p:spPr>
      </p:pic>
      <p:pic>
        <p:nvPicPr>
          <p:cNvPr id="81" name="Google Shape;81;p15"/>
          <p:cNvPicPr preferRelativeResize="0"/>
          <p:nvPr/>
        </p:nvPicPr>
        <p:blipFill>
          <a:blip r:embed="rId7">
            <a:alphaModFix/>
          </a:blip>
          <a:stretch>
            <a:fillRect/>
          </a:stretch>
        </p:blipFill>
        <p:spPr>
          <a:xfrm>
            <a:off x="4510050" y="1320050"/>
            <a:ext cx="650700" cy="650700"/>
          </a:xfrm>
          <a:prstGeom prst="rect">
            <a:avLst/>
          </a:prstGeom>
          <a:noFill/>
          <a:ln>
            <a:noFill/>
          </a:ln>
        </p:spPr>
      </p:pic>
      <p:pic>
        <p:nvPicPr>
          <p:cNvPr id="82" name="Google Shape;82;p15"/>
          <p:cNvPicPr preferRelativeResize="0"/>
          <p:nvPr/>
        </p:nvPicPr>
        <p:blipFill>
          <a:blip r:embed="rId8">
            <a:alphaModFix/>
          </a:blip>
          <a:stretch>
            <a:fillRect/>
          </a:stretch>
        </p:blipFill>
        <p:spPr>
          <a:xfrm>
            <a:off x="4495800" y="2432050"/>
            <a:ext cx="650700" cy="650700"/>
          </a:xfrm>
          <a:prstGeom prst="rect">
            <a:avLst/>
          </a:prstGeom>
          <a:noFill/>
          <a:ln>
            <a:noFill/>
          </a:ln>
        </p:spPr>
      </p:pic>
      <p:pic>
        <p:nvPicPr>
          <p:cNvPr id="83" name="Google Shape;83;p15"/>
          <p:cNvPicPr preferRelativeResize="0"/>
          <p:nvPr/>
        </p:nvPicPr>
        <p:blipFill>
          <a:blip r:embed="rId9">
            <a:alphaModFix/>
          </a:blip>
          <a:stretch>
            <a:fillRect/>
          </a:stretch>
        </p:blipFill>
        <p:spPr>
          <a:xfrm>
            <a:off x="4510050" y="3521000"/>
            <a:ext cx="650700" cy="650700"/>
          </a:xfrm>
          <a:prstGeom prst="rect">
            <a:avLst/>
          </a:prstGeom>
          <a:noFill/>
          <a:ln>
            <a:noFill/>
          </a:ln>
        </p:spPr>
      </p:pic>
      <p:sp>
        <p:nvSpPr>
          <p:cNvPr id="84" name="Google Shape;84;p15"/>
          <p:cNvSpPr/>
          <p:nvPr/>
        </p:nvSpPr>
        <p:spPr>
          <a:xfrm>
            <a:off x="8543925" y="1325"/>
            <a:ext cx="1283100" cy="1283100"/>
          </a:xfrm>
          <a:prstGeom prst="ellipse">
            <a:avLst/>
          </a:prstGeom>
          <a:solidFill>
            <a:srgbClr val="755B60">
              <a:alpha val="7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6"/>
          <p:cNvPicPr preferRelativeResize="0"/>
          <p:nvPr/>
        </p:nvPicPr>
        <p:blipFill rotWithShape="1">
          <a:blip r:embed="rId3">
            <a:alphaModFix/>
          </a:blip>
          <a:srcRect b="0" l="0" r="0" t="15361"/>
          <a:stretch/>
        </p:blipFill>
        <p:spPr>
          <a:xfrm>
            <a:off x="-625" y="0"/>
            <a:ext cx="9144000" cy="5143500"/>
          </a:xfrm>
          <a:prstGeom prst="rect">
            <a:avLst/>
          </a:prstGeom>
          <a:noFill/>
          <a:ln>
            <a:noFill/>
          </a:ln>
        </p:spPr>
      </p:pic>
      <p:sp>
        <p:nvSpPr>
          <p:cNvPr id="90" name="Google Shape;90;p16"/>
          <p:cNvSpPr/>
          <p:nvPr/>
        </p:nvSpPr>
        <p:spPr>
          <a:xfrm>
            <a:off x="-600" y="150"/>
            <a:ext cx="9144000" cy="5143500"/>
          </a:xfrm>
          <a:prstGeom prst="rect">
            <a:avLst/>
          </a:prstGeom>
          <a:solidFill>
            <a:srgbClr val="F8FFEF">
              <a:alpha val="45100"/>
            </a:srgbClr>
          </a:solidFill>
          <a:ln cap="flat" cmpd="sng" w="9525">
            <a:solidFill>
              <a:schemeClr val="dk2"/>
            </a:solidFill>
            <a:prstDash val="solid"/>
            <a:round/>
            <a:headEnd len="sm" w="sm" type="none"/>
            <a:tailEnd len="sm" w="sm" type="none"/>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6"/>
          <p:cNvSpPr/>
          <p:nvPr/>
        </p:nvSpPr>
        <p:spPr>
          <a:xfrm>
            <a:off x="0" y="1076325"/>
            <a:ext cx="4621800" cy="1552800"/>
          </a:xfrm>
          <a:prstGeom prst="rect">
            <a:avLst/>
          </a:prstGeom>
          <a:solidFill>
            <a:srgbClr val="F8FFEF">
              <a:alpha val="9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6"/>
          <p:cNvSpPr txBox="1"/>
          <p:nvPr>
            <p:ph type="title"/>
          </p:nvPr>
        </p:nvSpPr>
        <p:spPr>
          <a:xfrm>
            <a:off x="387900" y="1465050"/>
            <a:ext cx="38220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s" sz="2400"/>
              <a:t>INTRODUCCIÓN</a:t>
            </a:r>
            <a:endParaRPr b="0" sz="2400"/>
          </a:p>
        </p:txBody>
      </p:sp>
      <p:sp>
        <p:nvSpPr>
          <p:cNvPr id="93" name="Google Shape;93;p16"/>
          <p:cNvSpPr/>
          <p:nvPr/>
        </p:nvSpPr>
        <p:spPr>
          <a:xfrm>
            <a:off x="-704850" y="1211175"/>
            <a:ext cx="1283100" cy="1283100"/>
          </a:xfrm>
          <a:prstGeom prst="ellipse">
            <a:avLst/>
          </a:prstGeom>
          <a:solidFill>
            <a:srgbClr val="755B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FEF"/>
        </a:solidFill>
      </p:bgPr>
    </p:bg>
    <p:spTree>
      <p:nvGrpSpPr>
        <p:cNvPr id="97" name="Shape 97"/>
        <p:cNvGrpSpPr/>
        <p:nvPr/>
      </p:nvGrpSpPr>
      <p:grpSpPr>
        <a:xfrm>
          <a:off x="0" y="0"/>
          <a:ext cx="0" cy="0"/>
          <a:chOff x="0" y="0"/>
          <a:chExt cx="0" cy="0"/>
        </a:xfrm>
      </p:grpSpPr>
      <p:grpSp>
        <p:nvGrpSpPr>
          <p:cNvPr id="98" name="Google Shape;98;p17"/>
          <p:cNvGrpSpPr/>
          <p:nvPr/>
        </p:nvGrpSpPr>
        <p:grpSpPr>
          <a:xfrm>
            <a:off x="-1034507" y="3364751"/>
            <a:ext cx="3074700" cy="2188325"/>
            <a:chOff x="6890293" y="3364751"/>
            <a:chExt cx="3074700" cy="2188325"/>
          </a:xfrm>
        </p:grpSpPr>
        <p:pic>
          <p:nvPicPr>
            <p:cNvPr id="99" name="Google Shape;99;p17"/>
            <p:cNvPicPr preferRelativeResize="0"/>
            <p:nvPr/>
          </p:nvPicPr>
          <p:blipFill>
            <a:blip r:embed="rId3">
              <a:alphaModFix/>
            </a:blip>
            <a:stretch>
              <a:fillRect/>
            </a:stretch>
          </p:blipFill>
          <p:spPr>
            <a:xfrm>
              <a:off x="8387123" y="4048700"/>
              <a:ext cx="1577870" cy="1298572"/>
            </a:xfrm>
            <a:prstGeom prst="rect">
              <a:avLst/>
            </a:prstGeom>
            <a:noFill/>
            <a:ln>
              <a:noFill/>
            </a:ln>
          </p:spPr>
        </p:pic>
        <p:pic>
          <p:nvPicPr>
            <p:cNvPr id="100" name="Google Shape;100;p17"/>
            <p:cNvPicPr preferRelativeResize="0"/>
            <p:nvPr/>
          </p:nvPicPr>
          <p:blipFill>
            <a:blip r:embed="rId3">
              <a:alphaModFix/>
            </a:blip>
            <a:stretch>
              <a:fillRect/>
            </a:stretch>
          </p:blipFill>
          <p:spPr>
            <a:xfrm flipH="1">
              <a:off x="6890293" y="4254504"/>
              <a:ext cx="1577870" cy="1298572"/>
            </a:xfrm>
            <a:prstGeom prst="rect">
              <a:avLst/>
            </a:prstGeom>
            <a:noFill/>
            <a:ln>
              <a:noFill/>
            </a:ln>
          </p:spPr>
        </p:pic>
        <p:pic>
          <p:nvPicPr>
            <p:cNvPr id="101" name="Google Shape;101;p17"/>
            <p:cNvPicPr preferRelativeResize="0"/>
            <p:nvPr/>
          </p:nvPicPr>
          <p:blipFill>
            <a:blip r:embed="rId3">
              <a:alphaModFix/>
            </a:blip>
            <a:stretch>
              <a:fillRect/>
            </a:stretch>
          </p:blipFill>
          <p:spPr>
            <a:xfrm rot="-3887955">
              <a:off x="7703705" y="3616333"/>
              <a:ext cx="1163998" cy="957939"/>
            </a:xfrm>
            <a:prstGeom prst="rect">
              <a:avLst/>
            </a:prstGeom>
            <a:noFill/>
            <a:ln>
              <a:noFill/>
            </a:ln>
          </p:spPr>
        </p:pic>
      </p:grpSp>
      <p:sp>
        <p:nvSpPr>
          <p:cNvPr id="102" name="Google Shape;102;p17"/>
          <p:cNvSpPr/>
          <p:nvPr/>
        </p:nvSpPr>
        <p:spPr>
          <a:xfrm>
            <a:off x="8543925" y="1325"/>
            <a:ext cx="1283100" cy="1283100"/>
          </a:xfrm>
          <a:prstGeom prst="ellipse">
            <a:avLst/>
          </a:prstGeom>
          <a:solidFill>
            <a:srgbClr val="755B60">
              <a:alpha val="7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sp>
        <p:nvSpPr>
          <p:cNvPr id="103" name="Google Shape;103;p17"/>
          <p:cNvSpPr txBox="1"/>
          <p:nvPr>
            <p:ph type="title"/>
          </p:nvPr>
        </p:nvSpPr>
        <p:spPr>
          <a:xfrm>
            <a:off x="469200" y="445025"/>
            <a:ext cx="794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s" sz="2400">
                <a:solidFill>
                  <a:srgbClr val="755B60"/>
                </a:solidFill>
                <a:latin typeface="Lora SemiBold"/>
                <a:ea typeface="Lora SemiBold"/>
                <a:cs typeface="Lora SemiBold"/>
                <a:sym typeface="Lora SemiBold"/>
              </a:rPr>
              <a:t>I</a:t>
            </a:r>
            <a:r>
              <a:rPr b="0" lang="es" sz="2400">
                <a:solidFill>
                  <a:srgbClr val="755B60"/>
                </a:solidFill>
                <a:latin typeface="Lora SemiBold"/>
                <a:ea typeface="Lora SemiBold"/>
                <a:cs typeface="Lora SemiBold"/>
                <a:sym typeface="Lora SemiBold"/>
              </a:rPr>
              <a:t>ntroducción</a:t>
            </a:r>
            <a:endParaRPr b="0" sz="2400">
              <a:solidFill>
                <a:srgbClr val="755B60"/>
              </a:solidFill>
              <a:latin typeface="Lora SemiBold"/>
              <a:ea typeface="Lora SemiBold"/>
              <a:cs typeface="Lora SemiBold"/>
              <a:sym typeface="Lora SemiBold"/>
            </a:endParaRPr>
          </a:p>
        </p:txBody>
      </p:sp>
      <p:sp>
        <p:nvSpPr>
          <p:cNvPr id="104" name="Google Shape;104;p17"/>
          <p:cNvSpPr txBox="1"/>
          <p:nvPr>
            <p:ph idx="1" type="body"/>
          </p:nvPr>
        </p:nvSpPr>
        <p:spPr>
          <a:xfrm>
            <a:off x="4129700" y="917900"/>
            <a:ext cx="3892800" cy="373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latin typeface="Lora Medium"/>
                <a:ea typeface="Lora Medium"/>
                <a:cs typeface="Lora Medium"/>
                <a:sym typeface="Lora Medium"/>
              </a:rPr>
              <a:t>Los ambientes inmersivos proporcionan </a:t>
            </a:r>
            <a:r>
              <a:rPr lang="es">
                <a:latin typeface="Lora Medium"/>
                <a:ea typeface="Lora Medium"/>
                <a:cs typeface="Lora Medium"/>
                <a:sym typeface="Lora Medium"/>
              </a:rPr>
              <a:t>interacción en los sitios culturales</a:t>
            </a:r>
            <a:r>
              <a:rPr lang="es">
                <a:latin typeface="Lora Medium"/>
                <a:ea typeface="Lora Medium"/>
                <a:cs typeface="Lora Medium"/>
                <a:sym typeface="Lora Medium"/>
              </a:rPr>
              <a:t> mejorando el conocimiento de los visitantes teniendo acceso a recursos virtuales.</a:t>
            </a:r>
            <a:endParaRPr>
              <a:latin typeface="Lora Medium"/>
              <a:ea typeface="Lora Medium"/>
              <a:cs typeface="Lora Medium"/>
              <a:sym typeface="Lora Medium"/>
            </a:endParaRPr>
          </a:p>
          <a:p>
            <a:pPr indent="0" lvl="0" marL="0" rtl="0" algn="l">
              <a:spcBef>
                <a:spcPts val="800"/>
              </a:spcBef>
              <a:spcAft>
                <a:spcPts val="0"/>
              </a:spcAft>
              <a:buNone/>
            </a:pPr>
            <a:r>
              <a:rPr lang="es">
                <a:latin typeface="Lora Medium"/>
                <a:ea typeface="Lora Medium"/>
                <a:cs typeface="Lora Medium"/>
                <a:sym typeface="Lora Medium"/>
              </a:rPr>
              <a:t>Necesidad de crear material educativo para facilitar los procesos de aprendizaje a través de recorridos.</a:t>
            </a:r>
            <a:endParaRPr>
              <a:latin typeface="Lora Medium"/>
              <a:ea typeface="Lora Medium"/>
              <a:cs typeface="Lora Medium"/>
              <a:sym typeface="Lora Medium"/>
            </a:endParaRPr>
          </a:p>
          <a:p>
            <a:pPr indent="0" lvl="0" marL="0" rtl="0" algn="l">
              <a:spcBef>
                <a:spcPts val="800"/>
              </a:spcBef>
              <a:spcAft>
                <a:spcPts val="0"/>
              </a:spcAft>
              <a:buNone/>
            </a:pPr>
            <a:r>
              <a:rPr lang="es">
                <a:latin typeface="Lora Medium"/>
                <a:ea typeface="Lora Medium"/>
                <a:cs typeface="Lora Medium"/>
                <a:sym typeface="Lora Medium"/>
              </a:rPr>
              <a:t>Integración de sistemas de organización del conocimiento con métodos de </a:t>
            </a:r>
            <a:r>
              <a:rPr lang="es">
                <a:latin typeface="Lora Medium"/>
                <a:ea typeface="Lora Medium"/>
                <a:cs typeface="Lora Medium"/>
                <a:sym typeface="Lora Medium"/>
              </a:rPr>
              <a:t>georreferenciación</a:t>
            </a:r>
            <a:r>
              <a:rPr lang="es">
                <a:latin typeface="Lora Medium"/>
                <a:ea typeface="Lora Medium"/>
                <a:cs typeface="Lora Medium"/>
                <a:sym typeface="Lora Medium"/>
              </a:rPr>
              <a:t>.</a:t>
            </a:r>
            <a:endParaRPr>
              <a:latin typeface="Lora Medium"/>
              <a:ea typeface="Lora Medium"/>
              <a:cs typeface="Lora Medium"/>
              <a:sym typeface="Lora Medium"/>
            </a:endParaRPr>
          </a:p>
          <a:p>
            <a:pPr indent="0" lvl="0" marL="0" rtl="0" algn="l">
              <a:spcBef>
                <a:spcPts val="1600"/>
              </a:spcBef>
              <a:spcAft>
                <a:spcPts val="0"/>
              </a:spcAft>
              <a:buNone/>
            </a:pPr>
            <a:r>
              <a:rPr lang="es">
                <a:latin typeface="Lora Medium"/>
                <a:ea typeface="Lora Medium"/>
                <a:cs typeface="Lora Medium"/>
                <a:sym typeface="Lora Medium"/>
              </a:rPr>
              <a:t>Cautivar</a:t>
            </a:r>
            <a:r>
              <a:rPr lang="es">
                <a:latin typeface="Lora Medium"/>
                <a:ea typeface="Lora Medium"/>
                <a:cs typeface="Lora Medium"/>
                <a:sym typeface="Lora Medium"/>
              </a:rPr>
              <a:t> el interés de las personas por las exposiciones de los sitios culturales.</a:t>
            </a:r>
            <a:endParaRPr>
              <a:latin typeface="Lora Medium"/>
              <a:ea typeface="Lora Medium"/>
              <a:cs typeface="Lora Medium"/>
              <a:sym typeface="Lora Medium"/>
            </a:endParaRPr>
          </a:p>
          <a:p>
            <a:pPr indent="0" lvl="0" marL="0" rtl="0" algn="l">
              <a:spcBef>
                <a:spcPts val="1600"/>
              </a:spcBef>
              <a:spcAft>
                <a:spcPts val="0"/>
              </a:spcAft>
              <a:buNone/>
            </a:pPr>
            <a:r>
              <a:t/>
            </a:r>
            <a:endParaRPr>
              <a:latin typeface="Lora Medium"/>
              <a:ea typeface="Lora Medium"/>
              <a:cs typeface="Lora Medium"/>
              <a:sym typeface="Lora Medium"/>
            </a:endParaRPr>
          </a:p>
          <a:p>
            <a:pPr indent="0" lvl="0" marL="0" rtl="0" algn="l">
              <a:spcBef>
                <a:spcPts val="1600"/>
              </a:spcBef>
              <a:spcAft>
                <a:spcPts val="1600"/>
              </a:spcAft>
              <a:buNone/>
            </a:pPr>
            <a:r>
              <a:t/>
            </a:r>
            <a:endParaRPr>
              <a:latin typeface="Lora Medium"/>
              <a:ea typeface="Lora Medium"/>
              <a:cs typeface="Lora Medium"/>
              <a:sym typeface="Lora Medium"/>
            </a:endParaRPr>
          </a:p>
        </p:txBody>
      </p:sp>
      <p:pic>
        <p:nvPicPr>
          <p:cNvPr id="105" name="Google Shape;105;p17"/>
          <p:cNvPicPr preferRelativeResize="0"/>
          <p:nvPr/>
        </p:nvPicPr>
        <p:blipFill>
          <a:blip r:embed="rId4">
            <a:alphaModFix/>
          </a:blip>
          <a:stretch>
            <a:fillRect/>
          </a:stretch>
        </p:blipFill>
        <p:spPr>
          <a:xfrm>
            <a:off x="840450" y="1328850"/>
            <a:ext cx="2629199" cy="18486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18"/>
          <p:cNvPicPr preferRelativeResize="0"/>
          <p:nvPr/>
        </p:nvPicPr>
        <p:blipFill rotWithShape="1">
          <a:blip r:embed="rId3">
            <a:alphaModFix/>
          </a:blip>
          <a:srcRect b="0" l="0" r="0" t="15361"/>
          <a:stretch/>
        </p:blipFill>
        <p:spPr>
          <a:xfrm>
            <a:off x="-625" y="0"/>
            <a:ext cx="9144000" cy="5143500"/>
          </a:xfrm>
          <a:prstGeom prst="rect">
            <a:avLst/>
          </a:prstGeom>
          <a:noFill/>
          <a:ln>
            <a:noFill/>
          </a:ln>
        </p:spPr>
      </p:pic>
      <p:sp>
        <p:nvSpPr>
          <p:cNvPr id="111" name="Google Shape;111;p18"/>
          <p:cNvSpPr/>
          <p:nvPr/>
        </p:nvSpPr>
        <p:spPr>
          <a:xfrm>
            <a:off x="-600" y="150"/>
            <a:ext cx="9144000" cy="5143500"/>
          </a:xfrm>
          <a:prstGeom prst="rect">
            <a:avLst/>
          </a:prstGeom>
          <a:solidFill>
            <a:srgbClr val="F8FFEF">
              <a:alpha val="45100"/>
            </a:srgbClr>
          </a:solidFill>
          <a:ln cap="flat" cmpd="sng" w="9525">
            <a:solidFill>
              <a:schemeClr val="dk2"/>
            </a:solidFill>
            <a:prstDash val="solid"/>
            <a:round/>
            <a:headEnd len="sm" w="sm" type="none"/>
            <a:tailEnd len="sm" w="sm" type="none"/>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8"/>
          <p:cNvSpPr/>
          <p:nvPr/>
        </p:nvSpPr>
        <p:spPr>
          <a:xfrm>
            <a:off x="0" y="1076325"/>
            <a:ext cx="4621800" cy="1552800"/>
          </a:xfrm>
          <a:prstGeom prst="rect">
            <a:avLst/>
          </a:prstGeom>
          <a:solidFill>
            <a:srgbClr val="F8FFEF">
              <a:alpha val="9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8"/>
          <p:cNvSpPr txBox="1"/>
          <p:nvPr>
            <p:ph type="title"/>
          </p:nvPr>
        </p:nvSpPr>
        <p:spPr>
          <a:xfrm>
            <a:off x="352425" y="1417425"/>
            <a:ext cx="39528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s" sz="2400"/>
              <a:t>PROBLEMA</a:t>
            </a:r>
            <a:endParaRPr b="0" sz="2400"/>
          </a:p>
        </p:txBody>
      </p:sp>
      <p:sp>
        <p:nvSpPr>
          <p:cNvPr id="114" name="Google Shape;114;p18"/>
          <p:cNvSpPr/>
          <p:nvPr/>
        </p:nvSpPr>
        <p:spPr>
          <a:xfrm>
            <a:off x="-704850" y="1211175"/>
            <a:ext cx="1283100" cy="1283100"/>
          </a:xfrm>
          <a:prstGeom prst="ellipse">
            <a:avLst/>
          </a:prstGeom>
          <a:solidFill>
            <a:srgbClr val="755B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19"/>
          <p:cNvPicPr preferRelativeResize="0"/>
          <p:nvPr/>
        </p:nvPicPr>
        <p:blipFill>
          <a:blip r:embed="rId3">
            <a:alphaModFix/>
          </a:blip>
          <a:stretch>
            <a:fillRect/>
          </a:stretch>
        </p:blipFill>
        <p:spPr>
          <a:xfrm>
            <a:off x="-638598" y="0"/>
            <a:ext cx="9782598" cy="5143500"/>
          </a:xfrm>
          <a:prstGeom prst="rect">
            <a:avLst/>
          </a:prstGeom>
          <a:noFill/>
          <a:ln>
            <a:noFill/>
          </a:ln>
        </p:spPr>
      </p:pic>
      <p:sp>
        <p:nvSpPr>
          <p:cNvPr id="120" name="Google Shape;120;p19"/>
          <p:cNvSpPr/>
          <p:nvPr/>
        </p:nvSpPr>
        <p:spPr>
          <a:xfrm>
            <a:off x="533550" y="-16200"/>
            <a:ext cx="4857600" cy="5159700"/>
          </a:xfrm>
          <a:prstGeom prst="rect">
            <a:avLst/>
          </a:prstGeom>
          <a:solidFill>
            <a:srgbClr val="F8FFEF">
              <a:alpha val="9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9"/>
          <p:cNvSpPr txBox="1"/>
          <p:nvPr>
            <p:ph type="title"/>
          </p:nvPr>
        </p:nvSpPr>
        <p:spPr>
          <a:xfrm>
            <a:off x="997500" y="771525"/>
            <a:ext cx="3774600" cy="539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0" lang="es" sz="2400"/>
              <a:t>PREGUNTA DE INVESTIGACIÓN</a:t>
            </a:r>
            <a:endParaRPr b="0" sz="2400"/>
          </a:p>
        </p:txBody>
      </p:sp>
      <p:sp>
        <p:nvSpPr>
          <p:cNvPr id="122" name="Google Shape;122;p19"/>
          <p:cNvSpPr txBox="1"/>
          <p:nvPr>
            <p:ph idx="1" type="body"/>
          </p:nvPr>
        </p:nvSpPr>
        <p:spPr>
          <a:xfrm>
            <a:off x="871050" y="1345575"/>
            <a:ext cx="4072500" cy="28425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s" sz="1600">
                <a:latin typeface="Lora Medium"/>
                <a:ea typeface="Lora Medium"/>
                <a:cs typeface="Lora Medium"/>
                <a:sym typeface="Lora Medium"/>
              </a:rPr>
              <a:t>¿Cómo integrar mecanismos de navegación basados en reconocimiento de objetos tangibles y georreferenciación usando sistemas de organización de conocimiento “KOS” de recursos virtuales fomentando el acceso a la información y el sentido de pertenencia sobre especímenes vegetales en el Jardín Botánico de Bogotá?</a:t>
            </a:r>
            <a:endParaRPr sz="1600">
              <a:latin typeface="Lora Medium"/>
              <a:ea typeface="Lora Medium"/>
              <a:cs typeface="Lora Medium"/>
              <a:sym typeface="Lora Medium"/>
            </a:endParaRPr>
          </a:p>
        </p:txBody>
      </p:sp>
      <p:sp>
        <p:nvSpPr>
          <p:cNvPr id="123" name="Google Shape;123;p19"/>
          <p:cNvSpPr/>
          <p:nvPr/>
        </p:nvSpPr>
        <p:spPr>
          <a:xfrm>
            <a:off x="4724400" y="4510450"/>
            <a:ext cx="1283100" cy="1283100"/>
          </a:xfrm>
          <a:prstGeom prst="ellipse">
            <a:avLst/>
          </a:prstGeom>
          <a:solidFill>
            <a:srgbClr val="97C1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20"/>
          <p:cNvPicPr preferRelativeResize="0"/>
          <p:nvPr/>
        </p:nvPicPr>
        <p:blipFill rotWithShape="1">
          <a:blip r:embed="rId3">
            <a:alphaModFix/>
          </a:blip>
          <a:srcRect b="0" l="0" r="0" t="15361"/>
          <a:stretch/>
        </p:blipFill>
        <p:spPr>
          <a:xfrm>
            <a:off x="-625" y="0"/>
            <a:ext cx="9144000" cy="5143500"/>
          </a:xfrm>
          <a:prstGeom prst="rect">
            <a:avLst/>
          </a:prstGeom>
          <a:noFill/>
          <a:ln>
            <a:noFill/>
          </a:ln>
        </p:spPr>
      </p:pic>
      <p:sp>
        <p:nvSpPr>
          <p:cNvPr id="129" name="Google Shape;129;p20"/>
          <p:cNvSpPr/>
          <p:nvPr/>
        </p:nvSpPr>
        <p:spPr>
          <a:xfrm>
            <a:off x="-600" y="150"/>
            <a:ext cx="9144000" cy="5143500"/>
          </a:xfrm>
          <a:prstGeom prst="rect">
            <a:avLst/>
          </a:prstGeom>
          <a:solidFill>
            <a:srgbClr val="F8FFEF">
              <a:alpha val="45100"/>
            </a:srgbClr>
          </a:solidFill>
          <a:ln cap="flat" cmpd="sng" w="9525">
            <a:solidFill>
              <a:schemeClr val="dk2"/>
            </a:solidFill>
            <a:prstDash val="solid"/>
            <a:round/>
            <a:headEnd len="sm" w="sm" type="none"/>
            <a:tailEnd len="sm" w="sm" type="none"/>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0"/>
          <p:cNvSpPr/>
          <p:nvPr/>
        </p:nvSpPr>
        <p:spPr>
          <a:xfrm>
            <a:off x="0" y="1076325"/>
            <a:ext cx="4621800" cy="1552800"/>
          </a:xfrm>
          <a:prstGeom prst="rect">
            <a:avLst/>
          </a:prstGeom>
          <a:solidFill>
            <a:srgbClr val="F8FFEF">
              <a:alpha val="9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0"/>
          <p:cNvSpPr/>
          <p:nvPr/>
        </p:nvSpPr>
        <p:spPr>
          <a:xfrm>
            <a:off x="-704850" y="1211175"/>
            <a:ext cx="1283100" cy="1283100"/>
          </a:xfrm>
          <a:prstGeom prst="ellipse">
            <a:avLst/>
          </a:prstGeom>
          <a:solidFill>
            <a:srgbClr val="755B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sp>
        <p:nvSpPr>
          <p:cNvPr id="132" name="Google Shape;132;p20"/>
          <p:cNvSpPr txBox="1"/>
          <p:nvPr>
            <p:ph type="title"/>
          </p:nvPr>
        </p:nvSpPr>
        <p:spPr>
          <a:xfrm>
            <a:off x="351700" y="1465050"/>
            <a:ext cx="39654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s" sz="2400"/>
              <a:t>JUSTIFICACIÓN</a:t>
            </a:r>
            <a:endParaRPr b="0" sz="2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FEF">
            <a:alpha val="92160"/>
          </a:srgbClr>
        </a:solidFill>
      </p:bgPr>
    </p:bg>
    <p:spTree>
      <p:nvGrpSpPr>
        <p:cNvPr id="136" name="Shape 136"/>
        <p:cNvGrpSpPr/>
        <p:nvPr/>
      </p:nvGrpSpPr>
      <p:grpSpPr>
        <a:xfrm>
          <a:off x="0" y="0"/>
          <a:ext cx="0" cy="0"/>
          <a:chOff x="0" y="0"/>
          <a:chExt cx="0" cy="0"/>
        </a:xfrm>
      </p:grpSpPr>
      <p:sp>
        <p:nvSpPr>
          <p:cNvPr id="137" name="Google Shape;137;p21"/>
          <p:cNvSpPr txBox="1"/>
          <p:nvPr>
            <p:ph type="title"/>
          </p:nvPr>
        </p:nvSpPr>
        <p:spPr>
          <a:xfrm>
            <a:off x="548300" y="445025"/>
            <a:ext cx="8102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s" sz="2400">
                <a:solidFill>
                  <a:schemeClr val="dk2"/>
                </a:solidFill>
                <a:latin typeface="Lora SemiBold"/>
                <a:ea typeface="Lora SemiBold"/>
                <a:cs typeface="Lora SemiBold"/>
                <a:sym typeface="Lora SemiBold"/>
              </a:rPr>
              <a:t>Justificación</a:t>
            </a:r>
            <a:endParaRPr b="0" sz="2400">
              <a:solidFill>
                <a:schemeClr val="dk2"/>
              </a:solidFill>
              <a:latin typeface="Lora SemiBold"/>
              <a:ea typeface="Lora SemiBold"/>
              <a:cs typeface="Lora SemiBold"/>
              <a:sym typeface="Lora SemiBold"/>
            </a:endParaRPr>
          </a:p>
        </p:txBody>
      </p:sp>
      <p:sp>
        <p:nvSpPr>
          <p:cNvPr id="138" name="Google Shape;138;p21"/>
          <p:cNvSpPr txBox="1"/>
          <p:nvPr>
            <p:ph idx="1" type="body"/>
          </p:nvPr>
        </p:nvSpPr>
        <p:spPr>
          <a:xfrm>
            <a:off x="2623925" y="1000075"/>
            <a:ext cx="4476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600">
                <a:latin typeface="Lora Medium"/>
                <a:ea typeface="Lora Medium"/>
                <a:cs typeface="Lora Medium"/>
                <a:sym typeface="Lora Medium"/>
              </a:rPr>
              <a:t>Fomentar el uso de nuevas </a:t>
            </a:r>
            <a:r>
              <a:rPr lang="es" sz="1600">
                <a:latin typeface="Lora Medium"/>
                <a:ea typeface="Lora Medium"/>
                <a:cs typeface="Lora Medium"/>
                <a:sym typeface="Lora Medium"/>
              </a:rPr>
              <a:t>tecnologías</a:t>
            </a:r>
            <a:r>
              <a:rPr lang="es" sz="1600">
                <a:latin typeface="Lora Medium"/>
                <a:ea typeface="Lora Medium"/>
                <a:cs typeface="Lora Medium"/>
                <a:sym typeface="Lora Medium"/>
              </a:rPr>
              <a:t> no invasivas que ofrecen una nueva perspectiva a los visitantes para interactuar con la </a:t>
            </a:r>
            <a:r>
              <a:rPr lang="es" sz="1600">
                <a:latin typeface="Lora Medium"/>
                <a:ea typeface="Lora Medium"/>
                <a:cs typeface="Lora Medium"/>
                <a:sym typeface="Lora Medium"/>
              </a:rPr>
              <a:t>información,</a:t>
            </a:r>
            <a:r>
              <a:rPr lang="es" sz="1600">
                <a:latin typeface="Lora Medium"/>
                <a:ea typeface="Lora Medium"/>
                <a:cs typeface="Lora Medium"/>
                <a:sym typeface="Lora Medium"/>
              </a:rPr>
              <a:t> facilitando las estrategias de aprendizaje, motivando y </a:t>
            </a:r>
            <a:r>
              <a:rPr lang="es" sz="1600">
                <a:latin typeface="Lora Medium"/>
                <a:ea typeface="Lora Medium"/>
                <a:cs typeface="Lora Medium"/>
                <a:sym typeface="Lora Medium"/>
              </a:rPr>
              <a:t>concientizando</a:t>
            </a:r>
            <a:r>
              <a:rPr lang="es" sz="1600">
                <a:latin typeface="Lora Medium"/>
                <a:ea typeface="Lora Medium"/>
                <a:cs typeface="Lora Medium"/>
                <a:sym typeface="Lora Medium"/>
              </a:rPr>
              <a:t> sobre nuestro patrimonio cultural en cuanto a especies vegetales y su importancia en el medio ambiente.</a:t>
            </a:r>
            <a:endParaRPr sz="1600">
              <a:latin typeface="Lora Medium"/>
              <a:ea typeface="Lora Medium"/>
              <a:cs typeface="Lora Medium"/>
              <a:sym typeface="Lora Medium"/>
            </a:endParaRPr>
          </a:p>
          <a:p>
            <a:pPr indent="0" lvl="0" marL="0" rtl="0" algn="l">
              <a:spcBef>
                <a:spcPts val="1600"/>
              </a:spcBef>
              <a:spcAft>
                <a:spcPts val="1600"/>
              </a:spcAft>
              <a:buNone/>
            </a:pPr>
            <a:r>
              <a:rPr lang="es" sz="1600">
                <a:latin typeface="Lora Medium"/>
                <a:ea typeface="Lora Medium"/>
                <a:cs typeface="Lora Medium"/>
                <a:sym typeface="Lora Medium"/>
              </a:rPr>
              <a:t>Las mesas interactivas ofrecen la posibilidad de experimentar con alternativas creativas para acceder a los recursos creando experiencias enriquecedoras.</a:t>
            </a:r>
            <a:endParaRPr sz="1600">
              <a:latin typeface="Lora Medium"/>
              <a:ea typeface="Lora Medium"/>
              <a:cs typeface="Lora Medium"/>
              <a:sym typeface="Lora Medium"/>
            </a:endParaRPr>
          </a:p>
        </p:txBody>
      </p:sp>
      <p:sp>
        <p:nvSpPr>
          <p:cNvPr id="139" name="Google Shape;139;p21"/>
          <p:cNvSpPr/>
          <p:nvPr/>
        </p:nvSpPr>
        <p:spPr>
          <a:xfrm>
            <a:off x="8543925" y="1325"/>
            <a:ext cx="1283100" cy="1283100"/>
          </a:xfrm>
          <a:prstGeom prst="ellipse">
            <a:avLst/>
          </a:prstGeom>
          <a:solidFill>
            <a:srgbClr val="755B60">
              <a:alpha val="7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grpSp>
        <p:nvGrpSpPr>
          <p:cNvPr id="140" name="Google Shape;140;p21"/>
          <p:cNvGrpSpPr/>
          <p:nvPr/>
        </p:nvGrpSpPr>
        <p:grpSpPr>
          <a:xfrm>
            <a:off x="-1034507" y="3364751"/>
            <a:ext cx="3074700" cy="2188325"/>
            <a:chOff x="6890293" y="3364751"/>
            <a:chExt cx="3074700" cy="2188325"/>
          </a:xfrm>
        </p:grpSpPr>
        <p:pic>
          <p:nvPicPr>
            <p:cNvPr id="141" name="Google Shape;141;p21"/>
            <p:cNvPicPr preferRelativeResize="0"/>
            <p:nvPr/>
          </p:nvPicPr>
          <p:blipFill>
            <a:blip r:embed="rId3">
              <a:alphaModFix/>
            </a:blip>
            <a:stretch>
              <a:fillRect/>
            </a:stretch>
          </p:blipFill>
          <p:spPr>
            <a:xfrm>
              <a:off x="8387123" y="4048700"/>
              <a:ext cx="1577870" cy="1298572"/>
            </a:xfrm>
            <a:prstGeom prst="rect">
              <a:avLst/>
            </a:prstGeom>
            <a:noFill/>
            <a:ln>
              <a:noFill/>
            </a:ln>
          </p:spPr>
        </p:pic>
        <p:pic>
          <p:nvPicPr>
            <p:cNvPr id="142" name="Google Shape;142;p21"/>
            <p:cNvPicPr preferRelativeResize="0"/>
            <p:nvPr/>
          </p:nvPicPr>
          <p:blipFill>
            <a:blip r:embed="rId3">
              <a:alphaModFix/>
            </a:blip>
            <a:stretch>
              <a:fillRect/>
            </a:stretch>
          </p:blipFill>
          <p:spPr>
            <a:xfrm flipH="1">
              <a:off x="6890293" y="4254504"/>
              <a:ext cx="1577870" cy="1298572"/>
            </a:xfrm>
            <a:prstGeom prst="rect">
              <a:avLst/>
            </a:prstGeom>
            <a:noFill/>
            <a:ln>
              <a:noFill/>
            </a:ln>
          </p:spPr>
        </p:pic>
        <p:pic>
          <p:nvPicPr>
            <p:cNvPr id="143" name="Google Shape;143;p21"/>
            <p:cNvPicPr preferRelativeResize="0"/>
            <p:nvPr/>
          </p:nvPicPr>
          <p:blipFill>
            <a:blip r:embed="rId3">
              <a:alphaModFix/>
            </a:blip>
            <a:stretch>
              <a:fillRect/>
            </a:stretch>
          </p:blipFill>
          <p:spPr>
            <a:xfrm rot="-3887955">
              <a:off x="7703705" y="3616333"/>
              <a:ext cx="1163998" cy="957939"/>
            </a:xfrm>
            <a:prstGeom prst="rect">
              <a:avLst/>
            </a:prstGeom>
            <a:noFill/>
            <a:ln>
              <a:noFill/>
            </a:ln>
          </p:spPr>
        </p:pic>
      </p:grpSp>
      <p:pic>
        <p:nvPicPr>
          <p:cNvPr id="144" name="Google Shape;144;p21"/>
          <p:cNvPicPr preferRelativeResize="0"/>
          <p:nvPr/>
        </p:nvPicPr>
        <p:blipFill>
          <a:blip r:embed="rId4">
            <a:alphaModFix/>
          </a:blip>
          <a:stretch>
            <a:fillRect/>
          </a:stretch>
        </p:blipFill>
        <p:spPr>
          <a:xfrm>
            <a:off x="7190225" y="3501525"/>
            <a:ext cx="1168830" cy="12831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id="149" name="Google Shape;149;p22"/>
          <p:cNvPicPr preferRelativeResize="0"/>
          <p:nvPr/>
        </p:nvPicPr>
        <p:blipFill rotWithShape="1">
          <a:blip r:embed="rId3">
            <a:alphaModFix/>
          </a:blip>
          <a:srcRect b="0" l="0" r="0" t="15361"/>
          <a:stretch/>
        </p:blipFill>
        <p:spPr>
          <a:xfrm>
            <a:off x="-625" y="0"/>
            <a:ext cx="9144000" cy="5143500"/>
          </a:xfrm>
          <a:prstGeom prst="rect">
            <a:avLst/>
          </a:prstGeom>
          <a:noFill/>
          <a:ln>
            <a:noFill/>
          </a:ln>
        </p:spPr>
      </p:pic>
      <p:sp>
        <p:nvSpPr>
          <p:cNvPr id="150" name="Google Shape;150;p22"/>
          <p:cNvSpPr/>
          <p:nvPr/>
        </p:nvSpPr>
        <p:spPr>
          <a:xfrm>
            <a:off x="-600" y="150"/>
            <a:ext cx="9144000" cy="5143500"/>
          </a:xfrm>
          <a:prstGeom prst="rect">
            <a:avLst/>
          </a:prstGeom>
          <a:solidFill>
            <a:srgbClr val="F8FFEF">
              <a:alpha val="45100"/>
            </a:srgbClr>
          </a:solidFill>
          <a:ln cap="flat" cmpd="sng" w="9525">
            <a:solidFill>
              <a:schemeClr val="dk2"/>
            </a:solidFill>
            <a:prstDash val="solid"/>
            <a:round/>
            <a:headEnd len="sm" w="sm" type="none"/>
            <a:tailEnd len="sm" w="sm" type="none"/>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2"/>
          <p:cNvSpPr/>
          <p:nvPr/>
        </p:nvSpPr>
        <p:spPr>
          <a:xfrm>
            <a:off x="0" y="1076325"/>
            <a:ext cx="4621800" cy="1552800"/>
          </a:xfrm>
          <a:prstGeom prst="rect">
            <a:avLst/>
          </a:prstGeom>
          <a:solidFill>
            <a:srgbClr val="F8FFEF">
              <a:alpha val="9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2"/>
          <p:cNvSpPr/>
          <p:nvPr/>
        </p:nvSpPr>
        <p:spPr>
          <a:xfrm>
            <a:off x="-704850" y="1211175"/>
            <a:ext cx="1283100" cy="1283100"/>
          </a:xfrm>
          <a:prstGeom prst="ellipse">
            <a:avLst/>
          </a:prstGeom>
          <a:solidFill>
            <a:srgbClr val="755B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sp>
        <p:nvSpPr>
          <p:cNvPr id="153" name="Google Shape;153;p22"/>
          <p:cNvSpPr txBox="1"/>
          <p:nvPr>
            <p:ph type="title"/>
          </p:nvPr>
        </p:nvSpPr>
        <p:spPr>
          <a:xfrm>
            <a:off x="351700" y="1541250"/>
            <a:ext cx="39654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s" sz="2400"/>
              <a:t>OBJETIVOS</a:t>
            </a:r>
            <a:endParaRPr b="0" sz="2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7C160">
            <a:alpha val="29409"/>
          </a:srgbClr>
        </a:solidFill>
      </p:bgPr>
    </p:bg>
    <p:spTree>
      <p:nvGrpSpPr>
        <p:cNvPr id="157" name="Shape 157"/>
        <p:cNvGrpSpPr/>
        <p:nvPr/>
      </p:nvGrpSpPr>
      <p:grpSpPr>
        <a:xfrm>
          <a:off x="0" y="0"/>
          <a:ext cx="0" cy="0"/>
          <a:chOff x="0" y="0"/>
          <a:chExt cx="0" cy="0"/>
        </a:xfrm>
      </p:grpSpPr>
      <p:sp>
        <p:nvSpPr>
          <p:cNvPr id="158" name="Google Shape;158;p23"/>
          <p:cNvSpPr/>
          <p:nvPr/>
        </p:nvSpPr>
        <p:spPr>
          <a:xfrm>
            <a:off x="985950" y="786100"/>
            <a:ext cx="7019700" cy="3086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3"/>
          <p:cNvSpPr txBox="1"/>
          <p:nvPr>
            <p:ph idx="1" type="body"/>
          </p:nvPr>
        </p:nvSpPr>
        <p:spPr>
          <a:xfrm>
            <a:off x="2515800" y="973900"/>
            <a:ext cx="4023900" cy="6051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s" sz="2400">
                <a:latin typeface="Lora"/>
                <a:ea typeface="Lora"/>
                <a:cs typeface="Lora"/>
                <a:sym typeface="Lora"/>
              </a:rPr>
              <a:t>Objetivo General </a:t>
            </a:r>
            <a:endParaRPr sz="2400">
              <a:latin typeface="Lora"/>
              <a:ea typeface="Lora"/>
              <a:cs typeface="Lora"/>
              <a:sym typeface="Lora"/>
            </a:endParaRPr>
          </a:p>
        </p:txBody>
      </p:sp>
      <p:sp>
        <p:nvSpPr>
          <p:cNvPr id="160" name="Google Shape;160;p23"/>
          <p:cNvSpPr txBox="1"/>
          <p:nvPr/>
        </p:nvSpPr>
        <p:spPr>
          <a:xfrm>
            <a:off x="1303950" y="1660575"/>
            <a:ext cx="6383700" cy="197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2000">
                <a:solidFill>
                  <a:schemeClr val="dk1"/>
                </a:solidFill>
                <a:latin typeface="Lato"/>
                <a:ea typeface="Lato"/>
                <a:cs typeface="Lato"/>
                <a:sym typeface="Lato"/>
              </a:rPr>
              <a:t>Diseñar un modelo interactivo de navegación basado en sistemas de organización de conocimiento con tecnología de reconocimiento de objetos tangibles y georreferenciación para el acceso a recursos virtuales sobre los especímenes vegetales del jardín botánico de Bogotá.</a:t>
            </a:r>
            <a:endParaRPr sz="2000">
              <a:solidFill>
                <a:schemeClr val="dk1"/>
              </a:solidFill>
              <a:latin typeface="Lato"/>
              <a:ea typeface="Lato"/>
              <a:cs typeface="Lato"/>
              <a:sym typeface="Lato"/>
            </a:endParaRPr>
          </a:p>
        </p:txBody>
      </p:sp>
      <p:sp>
        <p:nvSpPr>
          <p:cNvPr id="161" name="Google Shape;161;p23"/>
          <p:cNvSpPr/>
          <p:nvPr/>
        </p:nvSpPr>
        <p:spPr>
          <a:xfrm>
            <a:off x="3854250" y="4483900"/>
            <a:ext cx="1283100" cy="1283100"/>
          </a:xfrm>
          <a:prstGeom prst="ellipse">
            <a:avLst/>
          </a:prstGeom>
          <a:solidFill>
            <a:srgbClr val="97C1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grpSp>
        <p:nvGrpSpPr>
          <p:cNvPr id="162" name="Google Shape;162;p23"/>
          <p:cNvGrpSpPr/>
          <p:nvPr/>
        </p:nvGrpSpPr>
        <p:grpSpPr>
          <a:xfrm>
            <a:off x="4181988" y="4548867"/>
            <a:ext cx="691500" cy="492154"/>
            <a:chOff x="6890293" y="3364751"/>
            <a:chExt cx="3074700" cy="2188325"/>
          </a:xfrm>
        </p:grpSpPr>
        <p:pic>
          <p:nvPicPr>
            <p:cNvPr id="163" name="Google Shape;163;p23"/>
            <p:cNvPicPr preferRelativeResize="0"/>
            <p:nvPr/>
          </p:nvPicPr>
          <p:blipFill>
            <a:blip r:embed="rId3">
              <a:alphaModFix/>
            </a:blip>
            <a:stretch>
              <a:fillRect/>
            </a:stretch>
          </p:blipFill>
          <p:spPr>
            <a:xfrm>
              <a:off x="8387123" y="4048700"/>
              <a:ext cx="1577870" cy="1298572"/>
            </a:xfrm>
            <a:prstGeom prst="rect">
              <a:avLst/>
            </a:prstGeom>
            <a:noFill/>
            <a:ln>
              <a:noFill/>
            </a:ln>
          </p:spPr>
        </p:pic>
        <p:pic>
          <p:nvPicPr>
            <p:cNvPr id="164" name="Google Shape;164;p23"/>
            <p:cNvPicPr preferRelativeResize="0"/>
            <p:nvPr/>
          </p:nvPicPr>
          <p:blipFill>
            <a:blip r:embed="rId3">
              <a:alphaModFix/>
            </a:blip>
            <a:stretch>
              <a:fillRect/>
            </a:stretch>
          </p:blipFill>
          <p:spPr>
            <a:xfrm flipH="1">
              <a:off x="6890293" y="4254504"/>
              <a:ext cx="1577870" cy="1298572"/>
            </a:xfrm>
            <a:prstGeom prst="rect">
              <a:avLst/>
            </a:prstGeom>
            <a:noFill/>
            <a:ln>
              <a:noFill/>
            </a:ln>
          </p:spPr>
        </p:pic>
        <p:pic>
          <p:nvPicPr>
            <p:cNvPr id="165" name="Google Shape;165;p23"/>
            <p:cNvPicPr preferRelativeResize="0"/>
            <p:nvPr/>
          </p:nvPicPr>
          <p:blipFill>
            <a:blip r:embed="rId3">
              <a:alphaModFix/>
            </a:blip>
            <a:stretch>
              <a:fillRect/>
            </a:stretch>
          </p:blipFill>
          <p:spPr>
            <a:xfrm rot="-3887955">
              <a:off x="7703705" y="3616333"/>
              <a:ext cx="1163998" cy="957939"/>
            </a:xfrm>
            <a:prstGeom prst="rect">
              <a:avLst/>
            </a:prstGeom>
            <a:noFill/>
            <a:ln>
              <a:noFill/>
            </a:ln>
          </p:spPr>
        </p:pic>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4"/>
          <p:cNvSpPr/>
          <p:nvPr/>
        </p:nvSpPr>
        <p:spPr>
          <a:xfrm>
            <a:off x="17575" y="0"/>
            <a:ext cx="4554300" cy="2571600"/>
          </a:xfrm>
          <a:prstGeom prst="rect">
            <a:avLst/>
          </a:prstGeom>
          <a:solidFill>
            <a:srgbClr val="97C160">
              <a:alpha val="294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4"/>
          <p:cNvSpPr/>
          <p:nvPr/>
        </p:nvSpPr>
        <p:spPr>
          <a:xfrm>
            <a:off x="4589575" y="0"/>
            <a:ext cx="4554300" cy="2571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4"/>
          <p:cNvSpPr/>
          <p:nvPr/>
        </p:nvSpPr>
        <p:spPr>
          <a:xfrm>
            <a:off x="17575" y="2590800"/>
            <a:ext cx="4554300" cy="2571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4"/>
          <p:cNvSpPr/>
          <p:nvPr/>
        </p:nvSpPr>
        <p:spPr>
          <a:xfrm>
            <a:off x="4589575" y="2590800"/>
            <a:ext cx="4554300" cy="2571600"/>
          </a:xfrm>
          <a:prstGeom prst="rect">
            <a:avLst/>
          </a:prstGeom>
          <a:solidFill>
            <a:srgbClr val="97C160">
              <a:alpha val="294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4"/>
          <p:cNvSpPr/>
          <p:nvPr/>
        </p:nvSpPr>
        <p:spPr>
          <a:xfrm>
            <a:off x="2286000" y="1889900"/>
            <a:ext cx="4621800" cy="1128900"/>
          </a:xfrm>
          <a:prstGeom prst="rect">
            <a:avLst/>
          </a:prstGeom>
          <a:solidFill>
            <a:srgbClr val="F8FFEF">
              <a:alpha val="9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4"/>
          <p:cNvSpPr txBox="1"/>
          <p:nvPr>
            <p:ph idx="1" type="body"/>
          </p:nvPr>
        </p:nvSpPr>
        <p:spPr>
          <a:xfrm>
            <a:off x="2546850" y="2096975"/>
            <a:ext cx="4023900" cy="6051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s" sz="2600">
                <a:latin typeface="Lora"/>
                <a:ea typeface="Lora"/>
                <a:cs typeface="Lora"/>
                <a:sym typeface="Lora"/>
              </a:rPr>
              <a:t>Objetivos Específicos </a:t>
            </a:r>
            <a:endParaRPr sz="2600">
              <a:latin typeface="Lora"/>
              <a:ea typeface="Lora"/>
              <a:cs typeface="Lora"/>
              <a:sym typeface="Lora"/>
            </a:endParaRPr>
          </a:p>
        </p:txBody>
      </p:sp>
      <p:grpSp>
        <p:nvGrpSpPr>
          <p:cNvPr id="176" name="Google Shape;176;p24"/>
          <p:cNvGrpSpPr/>
          <p:nvPr/>
        </p:nvGrpSpPr>
        <p:grpSpPr>
          <a:xfrm>
            <a:off x="4281287" y="2702063"/>
            <a:ext cx="581426" cy="413812"/>
            <a:chOff x="6890293" y="3364751"/>
            <a:chExt cx="3074700" cy="2188325"/>
          </a:xfrm>
        </p:grpSpPr>
        <p:pic>
          <p:nvPicPr>
            <p:cNvPr id="177" name="Google Shape;177;p24"/>
            <p:cNvPicPr preferRelativeResize="0"/>
            <p:nvPr/>
          </p:nvPicPr>
          <p:blipFill>
            <a:blip r:embed="rId3">
              <a:alphaModFix/>
            </a:blip>
            <a:stretch>
              <a:fillRect/>
            </a:stretch>
          </p:blipFill>
          <p:spPr>
            <a:xfrm>
              <a:off x="8387123" y="4048700"/>
              <a:ext cx="1577870" cy="1298572"/>
            </a:xfrm>
            <a:prstGeom prst="rect">
              <a:avLst/>
            </a:prstGeom>
            <a:noFill/>
            <a:ln>
              <a:noFill/>
            </a:ln>
          </p:spPr>
        </p:pic>
        <p:pic>
          <p:nvPicPr>
            <p:cNvPr id="178" name="Google Shape;178;p24"/>
            <p:cNvPicPr preferRelativeResize="0"/>
            <p:nvPr/>
          </p:nvPicPr>
          <p:blipFill>
            <a:blip r:embed="rId3">
              <a:alphaModFix/>
            </a:blip>
            <a:stretch>
              <a:fillRect/>
            </a:stretch>
          </p:blipFill>
          <p:spPr>
            <a:xfrm flipH="1">
              <a:off x="6890293" y="4254504"/>
              <a:ext cx="1577870" cy="1298572"/>
            </a:xfrm>
            <a:prstGeom prst="rect">
              <a:avLst/>
            </a:prstGeom>
            <a:noFill/>
            <a:ln>
              <a:noFill/>
            </a:ln>
          </p:spPr>
        </p:pic>
        <p:pic>
          <p:nvPicPr>
            <p:cNvPr id="179" name="Google Shape;179;p24"/>
            <p:cNvPicPr preferRelativeResize="0"/>
            <p:nvPr/>
          </p:nvPicPr>
          <p:blipFill>
            <a:blip r:embed="rId3">
              <a:alphaModFix/>
            </a:blip>
            <a:stretch>
              <a:fillRect/>
            </a:stretch>
          </p:blipFill>
          <p:spPr>
            <a:xfrm rot="-3887955">
              <a:off x="7703705" y="3616333"/>
              <a:ext cx="1163998" cy="957939"/>
            </a:xfrm>
            <a:prstGeom prst="rect">
              <a:avLst/>
            </a:prstGeom>
            <a:noFill/>
            <a:ln>
              <a:noFill/>
            </a:ln>
          </p:spPr>
        </p:pic>
      </p:grpSp>
      <p:sp>
        <p:nvSpPr>
          <p:cNvPr id="180" name="Google Shape;180;p24"/>
          <p:cNvSpPr txBox="1"/>
          <p:nvPr/>
        </p:nvSpPr>
        <p:spPr>
          <a:xfrm>
            <a:off x="296275" y="260000"/>
            <a:ext cx="4023900" cy="1368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1800">
                <a:solidFill>
                  <a:schemeClr val="dk1"/>
                </a:solidFill>
                <a:latin typeface="Lato Light"/>
                <a:ea typeface="Lato Light"/>
                <a:cs typeface="Lato Light"/>
                <a:sym typeface="Lato Light"/>
              </a:rPr>
              <a:t>Identificar la información necesaria para el diseño del modelo interactivo con recursos digitales en la representación de la estructura KOS.</a:t>
            </a:r>
            <a:endParaRPr sz="1800">
              <a:solidFill>
                <a:schemeClr val="dk1"/>
              </a:solidFill>
              <a:latin typeface="Lato Light"/>
              <a:ea typeface="Lato Light"/>
              <a:cs typeface="Lato Light"/>
              <a:sym typeface="Lato Light"/>
            </a:endParaRPr>
          </a:p>
        </p:txBody>
      </p:sp>
      <p:sp>
        <p:nvSpPr>
          <p:cNvPr id="181" name="Google Shape;181;p24"/>
          <p:cNvSpPr txBox="1"/>
          <p:nvPr/>
        </p:nvSpPr>
        <p:spPr>
          <a:xfrm>
            <a:off x="296275" y="3231350"/>
            <a:ext cx="4023900" cy="92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1800">
                <a:solidFill>
                  <a:schemeClr val="dk1"/>
                </a:solidFill>
                <a:latin typeface="Lato Light"/>
                <a:ea typeface="Lato Light"/>
                <a:cs typeface="Lato Light"/>
                <a:sym typeface="Lato Light"/>
              </a:rPr>
              <a:t>Construir la interfaz de usuario que articule la información contenida en la estructura de navegación para acceso a recursos digitales basado en reconocimiento de objetos tangibles y georreferenciación. </a:t>
            </a:r>
            <a:endParaRPr sz="1800">
              <a:solidFill>
                <a:schemeClr val="dk1"/>
              </a:solidFill>
              <a:latin typeface="Lato Light"/>
              <a:ea typeface="Lato Light"/>
              <a:cs typeface="Lato Light"/>
              <a:sym typeface="Lato Light"/>
            </a:endParaRPr>
          </a:p>
        </p:txBody>
      </p:sp>
      <p:sp>
        <p:nvSpPr>
          <p:cNvPr id="182" name="Google Shape;182;p24"/>
          <p:cNvSpPr txBox="1"/>
          <p:nvPr/>
        </p:nvSpPr>
        <p:spPr>
          <a:xfrm>
            <a:off x="4869050" y="107600"/>
            <a:ext cx="4023900" cy="155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latin typeface="Lato Light"/>
                <a:ea typeface="Lato Light"/>
                <a:cs typeface="Lato Light"/>
                <a:sym typeface="Lato Light"/>
              </a:rPr>
              <a:t>Diseñar la estructura basado en sistemas de organización del conocimiento para asociar los recursos que permitan definir escenarios de navegación e interacción. </a:t>
            </a:r>
            <a:endParaRPr sz="1800">
              <a:solidFill>
                <a:schemeClr val="dk1"/>
              </a:solidFill>
              <a:latin typeface="Lato Light"/>
              <a:ea typeface="Lato Light"/>
              <a:cs typeface="Lato Light"/>
              <a:sym typeface="Lato Light"/>
            </a:endParaRPr>
          </a:p>
        </p:txBody>
      </p:sp>
      <p:sp>
        <p:nvSpPr>
          <p:cNvPr id="183" name="Google Shape;183;p24"/>
          <p:cNvSpPr txBox="1"/>
          <p:nvPr/>
        </p:nvSpPr>
        <p:spPr>
          <a:xfrm>
            <a:off x="4811250" y="3280750"/>
            <a:ext cx="4081800" cy="76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latin typeface="Lato Light"/>
                <a:ea typeface="Lato Light"/>
                <a:cs typeface="Lato Light"/>
                <a:sym typeface="Lato Light"/>
              </a:rPr>
              <a:t>Evaluar el modelo interactivo de navegación a partir de estrategias de usabilidad.</a:t>
            </a:r>
            <a:endParaRPr sz="1800">
              <a:solidFill>
                <a:schemeClr val="dk1"/>
              </a:solidFill>
              <a:latin typeface="Lato Light"/>
              <a:ea typeface="Lato Light"/>
              <a:cs typeface="Lato Light"/>
              <a:sym typeface="Lato Light"/>
            </a:endParaRPr>
          </a:p>
        </p:txBody>
      </p:sp>
      <p:sp>
        <p:nvSpPr>
          <p:cNvPr id="184" name="Google Shape;184;p24"/>
          <p:cNvSpPr txBox="1"/>
          <p:nvPr/>
        </p:nvSpPr>
        <p:spPr>
          <a:xfrm>
            <a:off x="17575" y="0"/>
            <a:ext cx="456300" cy="76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600">
                <a:solidFill>
                  <a:srgbClr val="97C160"/>
                </a:solidFill>
                <a:latin typeface="Lora SemiBold"/>
                <a:ea typeface="Lora SemiBold"/>
                <a:cs typeface="Lora SemiBold"/>
                <a:sym typeface="Lora SemiBold"/>
              </a:rPr>
              <a:t>1</a:t>
            </a:r>
            <a:endParaRPr sz="3600">
              <a:solidFill>
                <a:srgbClr val="97C160"/>
              </a:solidFill>
              <a:latin typeface="Lora SemiBold"/>
              <a:ea typeface="Lora SemiBold"/>
              <a:cs typeface="Lora SemiBold"/>
              <a:sym typeface="Lora SemiBold"/>
            </a:endParaRPr>
          </a:p>
        </p:txBody>
      </p:sp>
      <p:sp>
        <p:nvSpPr>
          <p:cNvPr id="185" name="Google Shape;185;p24"/>
          <p:cNvSpPr txBox="1"/>
          <p:nvPr/>
        </p:nvSpPr>
        <p:spPr>
          <a:xfrm>
            <a:off x="8702850" y="0"/>
            <a:ext cx="456300" cy="763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3600">
                <a:solidFill>
                  <a:srgbClr val="97C160"/>
                </a:solidFill>
                <a:latin typeface="Lora SemiBold"/>
                <a:ea typeface="Lora SemiBold"/>
                <a:cs typeface="Lora SemiBold"/>
                <a:sym typeface="Lora SemiBold"/>
              </a:rPr>
              <a:t>2</a:t>
            </a:r>
            <a:endParaRPr sz="3600">
              <a:solidFill>
                <a:srgbClr val="97C160"/>
              </a:solidFill>
              <a:latin typeface="Lora SemiBold"/>
              <a:ea typeface="Lora SemiBold"/>
              <a:cs typeface="Lora SemiBold"/>
              <a:sym typeface="Lora SemiBold"/>
            </a:endParaRPr>
          </a:p>
        </p:txBody>
      </p:sp>
      <p:sp>
        <p:nvSpPr>
          <p:cNvPr id="186" name="Google Shape;186;p24"/>
          <p:cNvSpPr txBox="1"/>
          <p:nvPr/>
        </p:nvSpPr>
        <p:spPr>
          <a:xfrm>
            <a:off x="17575" y="4399200"/>
            <a:ext cx="535800" cy="76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600">
                <a:solidFill>
                  <a:srgbClr val="97C160"/>
                </a:solidFill>
                <a:latin typeface="Lora SemiBold"/>
                <a:ea typeface="Lora SemiBold"/>
                <a:cs typeface="Lora SemiBold"/>
                <a:sym typeface="Lora SemiBold"/>
              </a:rPr>
              <a:t>3</a:t>
            </a:r>
            <a:endParaRPr sz="3600">
              <a:solidFill>
                <a:srgbClr val="97C160"/>
              </a:solidFill>
              <a:latin typeface="Lora SemiBold"/>
              <a:ea typeface="Lora SemiBold"/>
              <a:cs typeface="Lora SemiBold"/>
              <a:sym typeface="Lora SemiBold"/>
            </a:endParaRPr>
          </a:p>
        </p:txBody>
      </p:sp>
      <p:sp>
        <p:nvSpPr>
          <p:cNvPr id="187" name="Google Shape;187;p24"/>
          <p:cNvSpPr txBox="1"/>
          <p:nvPr/>
        </p:nvSpPr>
        <p:spPr>
          <a:xfrm>
            <a:off x="8702850" y="4399200"/>
            <a:ext cx="456300" cy="763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3600">
                <a:solidFill>
                  <a:srgbClr val="97C160"/>
                </a:solidFill>
                <a:latin typeface="Lora SemiBold"/>
                <a:ea typeface="Lora SemiBold"/>
                <a:cs typeface="Lora SemiBold"/>
                <a:sym typeface="Lora SemiBold"/>
              </a:rPr>
              <a:t>4</a:t>
            </a:r>
            <a:endParaRPr sz="3600">
              <a:solidFill>
                <a:srgbClr val="97C160"/>
              </a:solidFill>
              <a:latin typeface="Lora SemiBold"/>
              <a:ea typeface="Lora SemiBold"/>
              <a:cs typeface="Lora SemiBold"/>
              <a:sym typeface="Lora SemiBo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id="192" name="Google Shape;192;p25"/>
          <p:cNvPicPr preferRelativeResize="0"/>
          <p:nvPr/>
        </p:nvPicPr>
        <p:blipFill rotWithShape="1">
          <a:blip r:embed="rId3">
            <a:alphaModFix/>
          </a:blip>
          <a:srcRect b="0" l="0" r="0" t="15361"/>
          <a:stretch/>
        </p:blipFill>
        <p:spPr>
          <a:xfrm>
            <a:off x="-625" y="0"/>
            <a:ext cx="9144000" cy="5143500"/>
          </a:xfrm>
          <a:prstGeom prst="rect">
            <a:avLst/>
          </a:prstGeom>
          <a:noFill/>
          <a:ln>
            <a:noFill/>
          </a:ln>
        </p:spPr>
      </p:pic>
      <p:sp>
        <p:nvSpPr>
          <p:cNvPr id="193" name="Google Shape;193;p25"/>
          <p:cNvSpPr/>
          <p:nvPr/>
        </p:nvSpPr>
        <p:spPr>
          <a:xfrm>
            <a:off x="0" y="1076325"/>
            <a:ext cx="4621800" cy="1552800"/>
          </a:xfrm>
          <a:prstGeom prst="rect">
            <a:avLst/>
          </a:prstGeom>
          <a:solidFill>
            <a:srgbClr val="F8FFEF">
              <a:alpha val="9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5"/>
          <p:cNvSpPr/>
          <p:nvPr/>
        </p:nvSpPr>
        <p:spPr>
          <a:xfrm>
            <a:off x="-600" y="150"/>
            <a:ext cx="9144000" cy="5143500"/>
          </a:xfrm>
          <a:prstGeom prst="rect">
            <a:avLst/>
          </a:prstGeom>
          <a:solidFill>
            <a:srgbClr val="F8FFEF">
              <a:alpha val="45100"/>
            </a:srgbClr>
          </a:solidFill>
          <a:ln cap="flat" cmpd="sng" w="9525">
            <a:solidFill>
              <a:schemeClr val="dk2"/>
            </a:solidFill>
            <a:prstDash val="solid"/>
            <a:round/>
            <a:headEnd len="sm" w="sm" type="none"/>
            <a:tailEnd len="sm" w="sm" type="none"/>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5"/>
          <p:cNvSpPr/>
          <p:nvPr/>
        </p:nvSpPr>
        <p:spPr>
          <a:xfrm>
            <a:off x="-704850" y="1211175"/>
            <a:ext cx="1283100" cy="1283100"/>
          </a:xfrm>
          <a:prstGeom prst="ellipse">
            <a:avLst/>
          </a:prstGeom>
          <a:solidFill>
            <a:srgbClr val="755B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sp>
        <p:nvSpPr>
          <p:cNvPr id="196" name="Google Shape;196;p25"/>
          <p:cNvSpPr txBox="1"/>
          <p:nvPr>
            <p:ph type="title"/>
          </p:nvPr>
        </p:nvSpPr>
        <p:spPr>
          <a:xfrm>
            <a:off x="360475" y="1465050"/>
            <a:ext cx="39567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s" sz="2400"/>
              <a:t>TRABAJOS RELACIONADOS</a:t>
            </a:r>
            <a:endParaRPr b="0" sz="2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0" name="Shape 200"/>
        <p:cNvGrpSpPr/>
        <p:nvPr/>
      </p:nvGrpSpPr>
      <p:grpSpPr>
        <a:xfrm>
          <a:off x="0" y="0"/>
          <a:ext cx="0" cy="0"/>
          <a:chOff x="0" y="0"/>
          <a:chExt cx="0" cy="0"/>
        </a:xfrm>
      </p:grpSpPr>
      <p:sp>
        <p:nvSpPr>
          <p:cNvPr id="201" name="Google Shape;201;p26"/>
          <p:cNvSpPr/>
          <p:nvPr/>
        </p:nvSpPr>
        <p:spPr>
          <a:xfrm>
            <a:off x="533550" y="-16200"/>
            <a:ext cx="3423000" cy="5159700"/>
          </a:xfrm>
          <a:prstGeom prst="rect">
            <a:avLst/>
          </a:prstGeom>
          <a:solidFill>
            <a:srgbClr val="97C160">
              <a:alpha val="294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6"/>
          <p:cNvSpPr txBox="1"/>
          <p:nvPr>
            <p:ph type="title"/>
          </p:nvPr>
        </p:nvSpPr>
        <p:spPr>
          <a:xfrm>
            <a:off x="4206925" y="445025"/>
            <a:ext cx="42687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b="0" lang="es">
                <a:solidFill>
                  <a:srgbClr val="755B60"/>
                </a:solidFill>
                <a:latin typeface="Lora Medium"/>
                <a:ea typeface="Lora Medium"/>
                <a:cs typeface="Lora Medium"/>
                <a:sym typeface="Lora Medium"/>
              </a:rPr>
              <a:t>Ambientes Inmersivos en Museos</a:t>
            </a:r>
            <a:endParaRPr b="0">
              <a:solidFill>
                <a:srgbClr val="755B60"/>
              </a:solidFill>
              <a:latin typeface="Lora Medium"/>
              <a:ea typeface="Lora Medium"/>
              <a:cs typeface="Lora Medium"/>
              <a:sym typeface="Lora Medium"/>
            </a:endParaRPr>
          </a:p>
        </p:txBody>
      </p:sp>
      <p:sp>
        <p:nvSpPr>
          <p:cNvPr id="203" name="Google Shape;203;p26"/>
          <p:cNvSpPr/>
          <p:nvPr/>
        </p:nvSpPr>
        <p:spPr>
          <a:xfrm>
            <a:off x="8543925" y="1325"/>
            <a:ext cx="1283100" cy="1283100"/>
          </a:xfrm>
          <a:prstGeom prst="ellipse">
            <a:avLst/>
          </a:prstGeom>
          <a:solidFill>
            <a:srgbClr val="755B60">
              <a:alpha val="7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grpSp>
        <p:nvGrpSpPr>
          <p:cNvPr id="204" name="Google Shape;204;p26"/>
          <p:cNvGrpSpPr/>
          <p:nvPr/>
        </p:nvGrpSpPr>
        <p:grpSpPr>
          <a:xfrm>
            <a:off x="1497110" y="3978278"/>
            <a:ext cx="1452181" cy="1033765"/>
            <a:chOff x="6890293" y="3364751"/>
            <a:chExt cx="3074700" cy="2188325"/>
          </a:xfrm>
        </p:grpSpPr>
        <p:pic>
          <p:nvPicPr>
            <p:cNvPr id="205" name="Google Shape;205;p26"/>
            <p:cNvPicPr preferRelativeResize="0"/>
            <p:nvPr/>
          </p:nvPicPr>
          <p:blipFill>
            <a:blip r:embed="rId3">
              <a:alphaModFix/>
            </a:blip>
            <a:stretch>
              <a:fillRect/>
            </a:stretch>
          </p:blipFill>
          <p:spPr>
            <a:xfrm>
              <a:off x="8387123" y="4048700"/>
              <a:ext cx="1577870" cy="1298572"/>
            </a:xfrm>
            <a:prstGeom prst="rect">
              <a:avLst/>
            </a:prstGeom>
            <a:noFill/>
            <a:ln>
              <a:noFill/>
            </a:ln>
          </p:spPr>
        </p:pic>
        <p:pic>
          <p:nvPicPr>
            <p:cNvPr id="206" name="Google Shape;206;p26"/>
            <p:cNvPicPr preferRelativeResize="0"/>
            <p:nvPr/>
          </p:nvPicPr>
          <p:blipFill>
            <a:blip r:embed="rId3">
              <a:alphaModFix/>
            </a:blip>
            <a:stretch>
              <a:fillRect/>
            </a:stretch>
          </p:blipFill>
          <p:spPr>
            <a:xfrm flipH="1">
              <a:off x="6890293" y="4254504"/>
              <a:ext cx="1577870" cy="1298572"/>
            </a:xfrm>
            <a:prstGeom prst="rect">
              <a:avLst/>
            </a:prstGeom>
            <a:noFill/>
            <a:ln>
              <a:noFill/>
            </a:ln>
          </p:spPr>
        </p:pic>
        <p:pic>
          <p:nvPicPr>
            <p:cNvPr id="207" name="Google Shape;207;p26"/>
            <p:cNvPicPr preferRelativeResize="0"/>
            <p:nvPr/>
          </p:nvPicPr>
          <p:blipFill>
            <a:blip r:embed="rId3">
              <a:alphaModFix/>
            </a:blip>
            <a:stretch>
              <a:fillRect/>
            </a:stretch>
          </p:blipFill>
          <p:spPr>
            <a:xfrm rot="-3887955">
              <a:off x="7703705" y="3616333"/>
              <a:ext cx="1163998" cy="957939"/>
            </a:xfrm>
            <a:prstGeom prst="rect">
              <a:avLst/>
            </a:prstGeom>
            <a:noFill/>
            <a:ln>
              <a:noFill/>
            </a:ln>
          </p:spPr>
        </p:pic>
      </p:grpSp>
      <p:sp>
        <p:nvSpPr>
          <p:cNvPr id="208" name="Google Shape;208;p26"/>
          <p:cNvSpPr txBox="1"/>
          <p:nvPr/>
        </p:nvSpPr>
        <p:spPr>
          <a:xfrm>
            <a:off x="4451675" y="2927850"/>
            <a:ext cx="4023900" cy="932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s">
                <a:solidFill>
                  <a:schemeClr val="dk1"/>
                </a:solidFill>
                <a:latin typeface="Lato"/>
                <a:ea typeface="Lato"/>
                <a:cs typeface="Lato"/>
                <a:sym typeface="Lato"/>
              </a:rPr>
              <a:t>“</a:t>
            </a:r>
            <a:r>
              <a:rPr i="1" lang="es">
                <a:solidFill>
                  <a:schemeClr val="dk1"/>
                </a:solidFill>
                <a:latin typeface="Lato"/>
                <a:ea typeface="Lato"/>
                <a:cs typeface="Lato"/>
                <a:sym typeface="Lato"/>
              </a:rPr>
              <a:t>A Study of Virtual Reality Experience Value and</a:t>
            </a:r>
            <a:endParaRPr i="1">
              <a:solidFill>
                <a:schemeClr val="dk1"/>
              </a:solidFill>
              <a:latin typeface="Lato"/>
              <a:ea typeface="Lato"/>
              <a:cs typeface="Lato"/>
              <a:sym typeface="Lato"/>
            </a:endParaRPr>
          </a:p>
          <a:p>
            <a:pPr indent="0" lvl="0" marL="0" rtl="0" algn="r">
              <a:spcBef>
                <a:spcPts val="0"/>
              </a:spcBef>
              <a:spcAft>
                <a:spcPts val="0"/>
              </a:spcAft>
              <a:buNone/>
            </a:pPr>
            <a:r>
              <a:rPr i="1" lang="es">
                <a:solidFill>
                  <a:schemeClr val="dk1"/>
                </a:solidFill>
                <a:latin typeface="Lato"/>
                <a:ea typeface="Lato"/>
                <a:cs typeface="Lato"/>
                <a:sym typeface="Lato"/>
              </a:rPr>
              <a:t>Learning Efficiency of Museum Using Shihsanhang Museum as an example.”</a:t>
            </a:r>
            <a:endParaRPr i="1">
              <a:solidFill>
                <a:schemeClr val="dk1"/>
              </a:solidFill>
              <a:latin typeface="Lato"/>
              <a:ea typeface="Lato"/>
              <a:cs typeface="Lato"/>
              <a:sym typeface="Lato"/>
            </a:endParaRPr>
          </a:p>
          <a:p>
            <a:pPr indent="0" lvl="0" marL="0" rtl="0" algn="r">
              <a:spcBef>
                <a:spcPts val="0"/>
              </a:spcBef>
              <a:spcAft>
                <a:spcPts val="0"/>
              </a:spcAft>
              <a:buNone/>
            </a:pPr>
            <a:r>
              <a:rPr i="1" lang="es" sz="1300">
                <a:solidFill>
                  <a:schemeClr val="dk1"/>
                </a:solidFill>
                <a:latin typeface="Lato"/>
                <a:ea typeface="Lato"/>
                <a:cs typeface="Lato"/>
                <a:sym typeface="Lato"/>
              </a:rPr>
              <a:t> </a:t>
            </a:r>
            <a:endParaRPr i="1" sz="1300">
              <a:solidFill>
                <a:schemeClr val="dk1"/>
              </a:solidFill>
              <a:latin typeface="Lato"/>
              <a:ea typeface="Lato"/>
              <a:cs typeface="Lato"/>
              <a:sym typeface="Lato"/>
            </a:endParaRPr>
          </a:p>
          <a:p>
            <a:pPr indent="0" lvl="0" marL="0" rtl="0" algn="r">
              <a:spcBef>
                <a:spcPts val="0"/>
              </a:spcBef>
              <a:spcAft>
                <a:spcPts val="0"/>
              </a:spcAft>
              <a:buNone/>
            </a:pPr>
            <a:r>
              <a:rPr lang="es" sz="1300">
                <a:solidFill>
                  <a:schemeClr val="accent2"/>
                </a:solidFill>
                <a:latin typeface="Lato"/>
                <a:ea typeface="Lato"/>
                <a:cs typeface="Lato"/>
                <a:sym typeface="Lato"/>
              </a:rPr>
              <a:t>Peng-Peng Li, Pai-Ling Chang, 2017</a:t>
            </a:r>
            <a:endParaRPr sz="1300">
              <a:solidFill>
                <a:schemeClr val="accent2"/>
              </a:solidFill>
              <a:latin typeface="Lato"/>
              <a:ea typeface="Lato"/>
              <a:cs typeface="Lato"/>
              <a:sym typeface="Lato"/>
            </a:endParaRPr>
          </a:p>
          <a:p>
            <a:pPr indent="0" lvl="0" marL="0" rtl="0" algn="r">
              <a:spcBef>
                <a:spcPts val="0"/>
              </a:spcBef>
              <a:spcAft>
                <a:spcPts val="0"/>
              </a:spcAft>
              <a:buNone/>
            </a:pPr>
            <a:r>
              <a:t/>
            </a:r>
            <a:endParaRPr sz="1200">
              <a:solidFill>
                <a:schemeClr val="dk1"/>
              </a:solidFill>
              <a:latin typeface="Lato"/>
              <a:ea typeface="Lato"/>
              <a:cs typeface="Lato"/>
              <a:sym typeface="Lato"/>
            </a:endParaRPr>
          </a:p>
          <a:p>
            <a:pPr indent="0" lvl="0" marL="0" rtl="0" algn="r">
              <a:spcBef>
                <a:spcPts val="0"/>
              </a:spcBef>
              <a:spcAft>
                <a:spcPts val="0"/>
              </a:spcAft>
              <a:buNone/>
            </a:pPr>
            <a:r>
              <a:t/>
            </a:r>
            <a:endParaRPr sz="1200">
              <a:solidFill>
                <a:schemeClr val="accent2"/>
              </a:solidFill>
              <a:latin typeface="Lato"/>
              <a:ea typeface="Lato"/>
              <a:cs typeface="Lato"/>
              <a:sym typeface="Lato"/>
            </a:endParaRPr>
          </a:p>
        </p:txBody>
      </p:sp>
      <p:pic>
        <p:nvPicPr>
          <p:cNvPr id="209" name="Google Shape;209;p26"/>
          <p:cNvPicPr preferRelativeResize="0"/>
          <p:nvPr/>
        </p:nvPicPr>
        <p:blipFill rotWithShape="1">
          <a:blip r:embed="rId4">
            <a:alphaModFix/>
          </a:blip>
          <a:srcRect b="0" l="0" r="23710" t="0"/>
          <a:stretch/>
        </p:blipFill>
        <p:spPr>
          <a:xfrm>
            <a:off x="533550" y="1075425"/>
            <a:ext cx="3422999" cy="2726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3" name="Shape 213"/>
        <p:cNvGrpSpPr/>
        <p:nvPr/>
      </p:nvGrpSpPr>
      <p:grpSpPr>
        <a:xfrm>
          <a:off x="0" y="0"/>
          <a:ext cx="0" cy="0"/>
          <a:chOff x="0" y="0"/>
          <a:chExt cx="0" cy="0"/>
        </a:xfrm>
      </p:grpSpPr>
      <p:sp>
        <p:nvSpPr>
          <p:cNvPr id="214" name="Google Shape;214;p27"/>
          <p:cNvSpPr/>
          <p:nvPr/>
        </p:nvSpPr>
        <p:spPr>
          <a:xfrm>
            <a:off x="533550" y="-16200"/>
            <a:ext cx="3423000" cy="5159700"/>
          </a:xfrm>
          <a:prstGeom prst="rect">
            <a:avLst/>
          </a:prstGeom>
          <a:solidFill>
            <a:srgbClr val="97C160">
              <a:alpha val="294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7"/>
          <p:cNvSpPr/>
          <p:nvPr/>
        </p:nvSpPr>
        <p:spPr>
          <a:xfrm>
            <a:off x="8543925" y="1325"/>
            <a:ext cx="1283100" cy="1283100"/>
          </a:xfrm>
          <a:prstGeom prst="ellipse">
            <a:avLst/>
          </a:prstGeom>
          <a:solidFill>
            <a:srgbClr val="755B60">
              <a:alpha val="7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grpSp>
        <p:nvGrpSpPr>
          <p:cNvPr id="216" name="Google Shape;216;p27"/>
          <p:cNvGrpSpPr/>
          <p:nvPr/>
        </p:nvGrpSpPr>
        <p:grpSpPr>
          <a:xfrm>
            <a:off x="1497110" y="3978278"/>
            <a:ext cx="1452181" cy="1033765"/>
            <a:chOff x="6890293" y="3364751"/>
            <a:chExt cx="3074700" cy="2188325"/>
          </a:xfrm>
        </p:grpSpPr>
        <p:pic>
          <p:nvPicPr>
            <p:cNvPr id="217" name="Google Shape;217;p27"/>
            <p:cNvPicPr preferRelativeResize="0"/>
            <p:nvPr/>
          </p:nvPicPr>
          <p:blipFill>
            <a:blip r:embed="rId3">
              <a:alphaModFix/>
            </a:blip>
            <a:stretch>
              <a:fillRect/>
            </a:stretch>
          </p:blipFill>
          <p:spPr>
            <a:xfrm>
              <a:off x="8387123" y="4048700"/>
              <a:ext cx="1577870" cy="1298572"/>
            </a:xfrm>
            <a:prstGeom prst="rect">
              <a:avLst/>
            </a:prstGeom>
            <a:noFill/>
            <a:ln>
              <a:noFill/>
            </a:ln>
          </p:spPr>
        </p:pic>
        <p:pic>
          <p:nvPicPr>
            <p:cNvPr id="218" name="Google Shape;218;p27"/>
            <p:cNvPicPr preferRelativeResize="0"/>
            <p:nvPr/>
          </p:nvPicPr>
          <p:blipFill>
            <a:blip r:embed="rId3">
              <a:alphaModFix/>
            </a:blip>
            <a:stretch>
              <a:fillRect/>
            </a:stretch>
          </p:blipFill>
          <p:spPr>
            <a:xfrm flipH="1">
              <a:off x="6890293" y="4254504"/>
              <a:ext cx="1577870" cy="1298572"/>
            </a:xfrm>
            <a:prstGeom prst="rect">
              <a:avLst/>
            </a:prstGeom>
            <a:noFill/>
            <a:ln>
              <a:noFill/>
            </a:ln>
          </p:spPr>
        </p:pic>
        <p:pic>
          <p:nvPicPr>
            <p:cNvPr id="219" name="Google Shape;219;p27"/>
            <p:cNvPicPr preferRelativeResize="0"/>
            <p:nvPr/>
          </p:nvPicPr>
          <p:blipFill>
            <a:blip r:embed="rId3">
              <a:alphaModFix/>
            </a:blip>
            <a:stretch>
              <a:fillRect/>
            </a:stretch>
          </p:blipFill>
          <p:spPr>
            <a:xfrm rot="-3887955">
              <a:off x="7703705" y="3616333"/>
              <a:ext cx="1163998" cy="957939"/>
            </a:xfrm>
            <a:prstGeom prst="rect">
              <a:avLst/>
            </a:prstGeom>
            <a:noFill/>
            <a:ln>
              <a:noFill/>
            </a:ln>
          </p:spPr>
        </p:pic>
      </p:grpSp>
      <p:sp>
        <p:nvSpPr>
          <p:cNvPr id="220" name="Google Shape;220;p27"/>
          <p:cNvSpPr txBox="1"/>
          <p:nvPr>
            <p:ph type="title"/>
          </p:nvPr>
        </p:nvSpPr>
        <p:spPr>
          <a:xfrm>
            <a:off x="3956550" y="445025"/>
            <a:ext cx="45189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b="0" lang="es">
                <a:solidFill>
                  <a:srgbClr val="755B60"/>
                </a:solidFill>
                <a:latin typeface="Lora Medium"/>
                <a:ea typeface="Lora Medium"/>
                <a:cs typeface="Lora Medium"/>
                <a:sym typeface="Lora Medium"/>
              </a:rPr>
              <a:t>Tecnología y Turismo</a:t>
            </a:r>
            <a:endParaRPr b="0">
              <a:solidFill>
                <a:srgbClr val="755B60"/>
              </a:solidFill>
              <a:latin typeface="Lora Medium"/>
              <a:ea typeface="Lora Medium"/>
              <a:cs typeface="Lora Medium"/>
              <a:sym typeface="Lora Medium"/>
            </a:endParaRPr>
          </a:p>
        </p:txBody>
      </p:sp>
      <p:sp>
        <p:nvSpPr>
          <p:cNvPr id="221" name="Google Shape;221;p27"/>
          <p:cNvSpPr txBox="1"/>
          <p:nvPr/>
        </p:nvSpPr>
        <p:spPr>
          <a:xfrm>
            <a:off x="4373250" y="3195675"/>
            <a:ext cx="4102200" cy="819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s">
                <a:solidFill>
                  <a:schemeClr val="dk1"/>
                </a:solidFill>
                <a:latin typeface="Lato"/>
                <a:ea typeface="Lato"/>
                <a:cs typeface="Lato"/>
                <a:sym typeface="Lato"/>
              </a:rPr>
              <a:t>“Embodiment of Wearable Augmented Reality Technology in Tourism Experiences.”</a:t>
            </a:r>
            <a:endParaRPr i="1">
              <a:solidFill>
                <a:schemeClr val="dk1"/>
              </a:solidFill>
              <a:latin typeface="Lato"/>
              <a:ea typeface="Lato"/>
              <a:cs typeface="Lato"/>
              <a:sym typeface="Lato"/>
            </a:endParaRPr>
          </a:p>
          <a:p>
            <a:pPr indent="0" lvl="0" marL="0" rtl="0" algn="r">
              <a:spcBef>
                <a:spcPts val="0"/>
              </a:spcBef>
              <a:spcAft>
                <a:spcPts val="0"/>
              </a:spcAft>
              <a:buNone/>
            </a:pPr>
            <a:r>
              <a:rPr i="1" lang="es">
                <a:solidFill>
                  <a:schemeClr val="dk1"/>
                </a:solidFill>
                <a:latin typeface="Lato"/>
                <a:ea typeface="Lato"/>
                <a:cs typeface="Lato"/>
                <a:sym typeface="Lato"/>
              </a:rPr>
              <a:t> </a:t>
            </a:r>
            <a:endParaRPr i="1">
              <a:solidFill>
                <a:schemeClr val="dk1"/>
              </a:solidFill>
              <a:latin typeface="Lato"/>
              <a:ea typeface="Lato"/>
              <a:cs typeface="Lato"/>
              <a:sym typeface="Lato"/>
            </a:endParaRPr>
          </a:p>
          <a:p>
            <a:pPr indent="0" lvl="0" marL="0" rtl="0" algn="r">
              <a:spcBef>
                <a:spcPts val="0"/>
              </a:spcBef>
              <a:spcAft>
                <a:spcPts val="0"/>
              </a:spcAft>
              <a:buNone/>
            </a:pPr>
            <a:r>
              <a:rPr lang="es" sz="1300">
                <a:solidFill>
                  <a:schemeClr val="accent2"/>
                </a:solidFill>
                <a:latin typeface="Lato"/>
                <a:ea typeface="Lato"/>
                <a:cs typeface="Lato"/>
                <a:sym typeface="Lato"/>
              </a:rPr>
              <a:t>Tussyadiah, Jung, &amp; Tom Dieck, 2017</a:t>
            </a:r>
            <a:endParaRPr sz="1300">
              <a:solidFill>
                <a:schemeClr val="accent2"/>
              </a:solidFill>
              <a:latin typeface="Lato"/>
              <a:ea typeface="Lato"/>
              <a:cs typeface="Lato"/>
              <a:sym typeface="Lato"/>
            </a:endParaRPr>
          </a:p>
          <a:p>
            <a:pPr indent="0" lvl="0" marL="0" rtl="0" algn="r">
              <a:spcBef>
                <a:spcPts val="0"/>
              </a:spcBef>
              <a:spcAft>
                <a:spcPts val="0"/>
              </a:spcAft>
              <a:buNone/>
            </a:pPr>
            <a:r>
              <a:t/>
            </a:r>
            <a:endParaRPr sz="1200">
              <a:solidFill>
                <a:schemeClr val="dk1"/>
              </a:solidFill>
              <a:latin typeface="Lato"/>
              <a:ea typeface="Lato"/>
              <a:cs typeface="Lato"/>
              <a:sym typeface="Lato"/>
            </a:endParaRPr>
          </a:p>
          <a:p>
            <a:pPr indent="0" lvl="0" marL="0" rtl="0" algn="r">
              <a:spcBef>
                <a:spcPts val="0"/>
              </a:spcBef>
              <a:spcAft>
                <a:spcPts val="0"/>
              </a:spcAft>
              <a:buNone/>
            </a:pPr>
            <a:r>
              <a:rPr lang="es" sz="1200">
                <a:solidFill>
                  <a:schemeClr val="dk1"/>
                </a:solidFill>
                <a:latin typeface="Lato"/>
                <a:ea typeface="Lato"/>
                <a:cs typeface="Lato"/>
                <a:sym typeface="Lato"/>
              </a:rPr>
              <a:t> </a:t>
            </a:r>
            <a:endParaRPr sz="1200">
              <a:solidFill>
                <a:schemeClr val="dk1"/>
              </a:solidFill>
              <a:latin typeface="Lato"/>
              <a:ea typeface="Lato"/>
              <a:cs typeface="Lato"/>
              <a:sym typeface="Lato"/>
            </a:endParaRPr>
          </a:p>
        </p:txBody>
      </p:sp>
      <p:sp>
        <p:nvSpPr>
          <p:cNvPr id="222" name="Google Shape;222;p27"/>
          <p:cNvSpPr txBox="1"/>
          <p:nvPr/>
        </p:nvSpPr>
        <p:spPr>
          <a:xfrm>
            <a:off x="3956550" y="4360125"/>
            <a:ext cx="4923000" cy="381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200"/>
              </a:spcAft>
              <a:buNone/>
            </a:pPr>
            <a:r>
              <a:rPr lang="es" sz="700">
                <a:solidFill>
                  <a:schemeClr val="dk1"/>
                </a:solidFill>
                <a:latin typeface="Lato Hairline"/>
                <a:ea typeface="Lato Hairline"/>
                <a:cs typeface="Lato Hairline"/>
                <a:sym typeface="Lato Hairline"/>
              </a:rPr>
              <a:t>Imagen Izquierda - Historia del Arte del Reino Unido.  Tomada de: https://www.eluniversal.com.mx/sites/default/files/2015/06/08/tate_britain_fighting_history_st.jpg</a:t>
            </a:r>
            <a:endParaRPr sz="700">
              <a:solidFill>
                <a:schemeClr val="dk1"/>
              </a:solidFill>
              <a:latin typeface="Lato Hairline"/>
              <a:ea typeface="Lato Hairline"/>
              <a:cs typeface="Lato Hairline"/>
              <a:sym typeface="Lato Hairline"/>
            </a:endParaRPr>
          </a:p>
        </p:txBody>
      </p:sp>
      <p:pic>
        <p:nvPicPr>
          <p:cNvPr id="223" name="Google Shape;223;p27"/>
          <p:cNvPicPr preferRelativeResize="0"/>
          <p:nvPr/>
        </p:nvPicPr>
        <p:blipFill>
          <a:blip r:embed="rId4">
            <a:alphaModFix/>
          </a:blip>
          <a:stretch>
            <a:fillRect/>
          </a:stretch>
        </p:blipFill>
        <p:spPr>
          <a:xfrm>
            <a:off x="533550" y="1250800"/>
            <a:ext cx="3422999" cy="1873374"/>
          </a:xfrm>
          <a:prstGeom prst="rect">
            <a:avLst/>
          </a:prstGeom>
          <a:noFill/>
          <a:ln>
            <a:noFill/>
          </a:ln>
        </p:spPr>
      </p:pic>
      <p:sp>
        <p:nvSpPr>
          <p:cNvPr id="224" name="Google Shape;224;p27"/>
          <p:cNvSpPr txBox="1"/>
          <p:nvPr/>
        </p:nvSpPr>
        <p:spPr>
          <a:xfrm>
            <a:off x="3956550" y="4700925"/>
            <a:ext cx="4923000" cy="3408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200"/>
              </a:spcAft>
              <a:buNone/>
            </a:pPr>
            <a:r>
              <a:t/>
            </a:r>
            <a:endParaRPr sz="700">
              <a:solidFill>
                <a:schemeClr val="dk1"/>
              </a:solidFill>
              <a:latin typeface="Lato Hairline"/>
              <a:ea typeface="Lato Hairline"/>
              <a:cs typeface="Lato Hairline"/>
              <a:sym typeface="Lato Hairlin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8" name="Shape 228"/>
        <p:cNvGrpSpPr/>
        <p:nvPr/>
      </p:nvGrpSpPr>
      <p:grpSpPr>
        <a:xfrm>
          <a:off x="0" y="0"/>
          <a:ext cx="0" cy="0"/>
          <a:chOff x="0" y="0"/>
          <a:chExt cx="0" cy="0"/>
        </a:xfrm>
      </p:grpSpPr>
      <p:sp>
        <p:nvSpPr>
          <p:cNvPr id="229" name="Google Shape;229;p28"/>
          <p:cNvSpPr/>
          <p:nvPr/>
        </p:nvSpPr>
        <p:spPr>
          <a:xfrm>
            <a:off x="533550" y="-16200"/>
            <a:ext cx="3423000" cy="5159700"/>
          </a:xfrm>
          <a:prstGeom prst="rect">
            <a:avLst/>
          </a:prstGeom>
          <a:solidFill>
            <a:srgbClr val="97C160">
              <a:alpha val="294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8"/>
          <p:cNvSpPr/>
          <p:nvPr/>
        </p:nvSpPr>
        <p:spPr>
          <a:xfrm>
            <a:off x="8543925" y="1325"/>
            <a:ext cx="1283100" cy="1283100"/>
          </a:xfrm>
          <a:prstGeom prst="ellipse">
            <a:avLst/>
          </a:prstGeom>
          <a:solidFill>
            <a:srgbClr val="755B60">
              <a:alpha val="7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grpSp>
        <p:nvGrpSpPr>
          <p:cNvPr id="231" name="Google Shape;231;p28"/>
          <p:cNvGrpSpPr/>
          <p:nvPr/>
        </p:nvGrpSpPr>
        <p:grpSpPr>
          <a:xfrm>
            <a:off x="1497110" y="3978278"/>
            <a:ext cx="1452181" cy="1033765"/>
            <a:chOff x="6890293" y="3364751"/>
            <a:chExt cx="3074700" cy="2188325"/>
          </a:xfrm>
        </p:grpSpPr>
        <p:pic>
          <p:nvPicPr>
            <p:cNvPr id="232" name="Google Shape;232;p28"/>
            <p:cNvPicPr preferRelativeResize="0"/>
            <p:nvPr/>
          </p:nvPicPr>
          <p:blipFill>
            <a:blip r:embed="rId3">
              <a:alphaModFix/>
            </a:blip>
            <a:stretch>
              <a:fillRect/>
            </a:stretch>
          </p:blipFill>
          <p:spPr>
            <a:xfrm>
              <a:off x="8387123" y="4048700"/>
              <a:ext cx="1577870" cy="1298572"/>
            </a:xfrm>
            <a:prstGeom prst="rect">
              <a:avLst/>
            </a:prstGeom>
            <a:noFill/>
            <a:ln>
              <a:noFill/>
            </a:ln>
          </p:spPr>
        </p:pic>
        <p:pic>
          <p:nvPicPr>
            <p:cNvPr id="233" name="Google Shape;233;p28"/>
            <p:cNvPicPr preferRelativeResize="0"/>
            <p:nvPr/>
          </p:nvPicPr>
          <p:blipFill>
            <a:blip r:embed="rId3">
              <a:alphaModFix/>
            </a:blip>
            <a:stretch>
              <a:fillRect/>
            </a:stretch>
          </p:blipFill>
          <p:spPr>
            <a:xfrm flipH="1">
              <a:off x="6890293" y="4254504"/>
              <a:ext cx="1577870" cy="1298572"/>
            </a:xfrm>
            <a:prstGeom prst="rect">
              <a:avLst/>
            </a:prstGeom>
            <a:noFill/>
            <a:ln>
              <a:noFill/>
            </a:ln>
          </p:spPr>
        </p:pic>
        <p:pic>
          <p:nvPicPr>
            <p:cNvPr id="234" name="Google Shape;234;p28"/>
            <p:cNvPicPr preferRelativeResize="0"/>
            <p:nvPr/>
          </p:nvPicPr>
          <p:blipFill>
            <a:blip r:embed="rId3">
              <a:alphaModFix/>
            </a:blip>
            <a:stretch>
              <a:fillRect/>
            </a:stretch>
          </p:blipFill>
          <p:spPr>
            <a:xfrm rot="-3887955">
              <a:off x="7703705" y="3616333"/>
              <a:ext cx="1163998" cy="957939"/>
            </a:xfrm>
            <a:prstGeom prst="rect">
              <a:avLst/>
            </a:prstGeom>
            <a:noFill/>
            <a:ln>
              <a:noFill/>
            </a:ln>
          </p:spPr>
        </p:pic>
      </p:grpSp>
      <p:sp>
        <p:nvSpPr>
          <p:cNvPr id="235" name="Google Shape;235;p28"/>
          <p:cNvSpPr txBox="1"/>
          <p:nvPr>
            <p:ph type="title"/>
          </p:nvPr>
        </p:nvSpPr>
        <p:spPr>
          <a:xfrm>
            <a:off x="4492775" y="445025"/>
            <a:ext cx="39828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b="0" lang="es">
                <a:solidFill>
                  <a:srgbClr val="755B60"/>
                </a:solidFill>
                <a:latin typeface="Lora Medium"/>
                <a:ea typeface="Lora Medium"/>
                <a:cs typeface="Lora Medium"/>
                <a:sym typeface="Lora Medium"/>
              </a:rPr>
              <a:t>Diseños Interactivos</a:t>
            </a:r>
            <a:endParaRPr b="0">
              <a:solidFill>
                <a:srgbClr val="755B60"/>
              </a:solidFill>
              <a:latin typeface="Lora Medium"/>
              <a:ea typeface="Lora Medium"/>
              <a:cs typeface="Lora Medium"/>
              <a:sym typeface="Lora Medium"/>
            </a:endParaRPr>
          </a:p>
        </p:txBody>
      </p:sp>
      <p:pic>
        <p:nvPicPr>
          <p:cNvPr id="236" name="Google Shape;236;p28"/>
          <p:cNvPicPr preferRelativeResize="0"/>
          <p:nvPr/>
        </p:nvPicPr>
        <p:blipFill rotWithShape="1">
          <a:blip r:embed="rId4">
            <a:alphaModFix/>
          </a:blip>
          <a:srcRect b="1995" l="501" r="1218" t="2965"/>
          <a:stretch/>
        </p:blipFill>
        <p:spPr>
          <a:xfrm>
            <a:off x="533550" y="1223600"/>
            <a:ext cx="3423000" cy="1891395"/>
          </a:xfrm>
          <a:prstGeom prst="rect">
            <a:avLst/>
          </a:prstGeom>
          <a:noFill/>
          <a:ln>
            <a:noFill/>
          </a:ln>
        </p:spPr>
      </p:pic>
      <p:sp>
        <p:nvSpPr>
          <p:cNvPr id="237" name="Google Shape;237;p28"/>
          <p:cNvSpPr txBox="1"/>
          <p:nvPr/>
        </p:nvSpPr>
        <p:spPr>
          <a:xfrm>
            <a:off x="4373375" y="2704350"/>
            <a:ext cx="4102200" cy="2470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s">
                <a:solidFill>
                  <a:schemeClr val="dk1"/>
                </a:solidFill>
                <a:latin typeface="Lato"/>
                <a:ea typeface="Lato"/>
                <a:cs typeface="Lato"/>
                <a:sym typeface="Lato"/>
              </a:rPr>
              <a:t>“</a:t>
            </a:r>
            <a:r>
              <a:rPr i="1" lang="es">
                <a:solidFill>
                  <a:schemeClr val="dk1"/>
                </a:solidFill>
                <a:latin typeface="Lato"/>
                <a:ea typeface="Lato"/>
                <a:cs typeface="Lato"/>
                <a:sym typeface="Lato"/>
              </a:rPr>
              <a:t>Diseño de un mapa interactivo y multitáctil de supervivencia de árboles.”</a:t>
            </a:r>
            <a:endParaRPr i="1">
              <a:solidFill>
                <a:schemeClr val="dk1"/>
              </a:solidFill>
              <a:latin typeface="Lato"/>
              <a:ea typeface="Lato"/>
              <a:cs typeface="Lato"/>
              <a:sym typeface="Lato"/>
            </a:endParaRPr>
          </a:p>
          <a:p>
            <a:pPr indent="0" lvl="0" marL="0" rtl="0" algn="r">
              <a:spcBef>
                <a:spcPts val="0"/>
              </a:spcBef>
              <a:spcAft>
                <a:spcPts val="0"/>
              </a:spcAft>
              <a:buNone/>
            </a:pPr>
            <a:r>
              <a:t/>
            </a:r>
            <a:endParaRPr sz="1200">
              <a:solidFill>
                <a:schemeClr val="dk1"/>
              </a:solidFill>
              <a:latin typeface="Lato"/>
              <a:ea typeface="Lato"/>
              <a:cs typeface="Lato"/>
              <a:sym typeface="Lato"/>
            </a:endParaRPr>
          </a:p>
          <a:p>
            <a:pPr indent="0" lvl="0" marL="0" rtl="0" algn="r">
              <a:lnSpc>
                <a:spcPct val="115000"/>
              </a:lnSpc>
              <a:spcBef>
                <a:spcPts val="0"/>
              </a:spcBef>
              <a:spcAft>
                <a:spcPts val="0"/>
              </a:spcAft>
              <a:buNone/>
            </a:pPr>
            <a:r>
              <a:rPr lang="es" sz="1100">
                <a:solidFill>
                  <a:schemeClr val="dk1"/>
                </a:solidFill>
                <a:latin typeface="Lato"/>
                <a:ea typeface="Lato"/>
                <a:cs typeface="Lato"/>
                <a:sym typeface="Lato"/>
              </a:rPr>
              <a:t>Inventario de los Árboles y su estudio completo (supervivencia, ubicación, clasificación, identificación de especies protegidas).</a:t>
            </a:r>
            <a:endParaRPr sz="1100">
              <a:solidFill>
                <a:schemeClr val="dk1"/>
              </a:solidFill>
              <a:latin typeface="Lato"/>
              <a:ea typeface="Lato"/>
              <a:cs typeface="Lato"/>
              <a:sym typeface="Lato"/>
            </a:endParaRPr>
          </a:p>
          <a:p>
            <a:pPr indent="0" lvl="0" marL="0" rtl="0" algn="r">
              <a:lnSpc>
                <a:spcPct val="115000"/>
              </a:lnSpc>
              <a:spcBef>
                <a:spcPts val="0"/>
              </a:spcBef>
              <a:spcAft>
                <a:spcPts val="0"/>
              </a:spcAft>
              <a:buNone/>
            </a:pPr>
            <a:r>
              <a:rPr lang="es" sz="1100">
                <a:solidFill>
                  <a:schemeClr val="dk1"/>
                </a:solidFill>
                <a:latin typeface="Lato"/>
                <a:ea typeface="Lato"/>
                <a:cs typeface="Lato"/>
                <a:sym typeface="Lato"/>
              </a:rPr>
              <a:t>La persona puede acceder a esa información y evaluarla con buena aceptación por parte de los usuarios.</a:t>
            </a:r>
            <a:endParaRPr sz="1100">
              <a:solidFill>
                <a:schemeClr val="dk1"/>
              </a:solidFill>
              <a:latin typeface="Lato"/>
              <a:ea typeface="Lato"/>
              <a:cs typeface="Lato"/>
              <a:sym typeface="Lato"/>
            </a:endParaRPr>
          </a:p>
          <a:p>
            <a:pPr indent="0" lvl="0" marL="0" rtl="0" algn="r">
              <a:spcBef>
                <a:spcPts val="0"/>
              </a:spcBef>
              <a:spcAft>
                <a:spcPts val="0"/>
              </a:spcAft>
              <a:buNone/>
            </a:pPr>
            <a:r>
              <a:t/>
            </a:r>
            <a:endParaRPr sz="1200">
              <a:solidFill>
                <a:schemeClr val="dk1"/>
              </a:solidFill>
              <a:latin typeface="Lato"/>
              <a:ea typeface="Lato"/>
              <a:cs typeface="Lato"/>
              <a:sym typeface="Lato"/>
            </a:endParaRPr>
          </a:p>
          <a:p>
            <a:pPr indent="0" lvl="0" marL="0" rtl="0" algn="r">
              <a:spcBef>
                <a:spcPts val="0"/>
              </a:spcBef>
              <a:spcAft>
                <a:spcPts val="0"/>
              </a:spcAft>
              <a:buNone/>
            </a:pPr>
            <a:r>
              <a:t/>
            </a:r>
            <a:endParaRPr sz="1200">
              <a:solidFill>
                <a:schemeClr val="dk1"/>
              </a:solidFill>
              <a:latin typeface="Lato"/>
              <a:ea typeface="Lato"/>
              <a:cs typeface="Lato"/>
              <a:sym typeface="Lato"/>
            </a:endParaRPr>
          </a:p>
          <a:p>
            <a:pPr indent="0" lvl="0" marL="0" rtl="0" algn="r">
              <a:spcBef>
                <a:spcPts val="0"/>
              </a:spcBef>
              <a:spcAft>
                <a:spcPts val="0"/>
              </a:spcAft>
              <a:buNone/>
            </a:pPr>
            <a:r>
              <a:rPr lang="es" sz="1200">
                <a:solidFill>
                  <a:schemeClr val="dk2"/>
                </a:solidFill>
                <a:latin typeface="Lato"/>
                <a:ea typeface="Lato"/>
                <a:cs typeface="Lato"/>
                <a:sym typeface="Lato"/>
              </a:rPr>
              <a:t>Quintino, Ávila, Ávila, Bianchetti, &amp; Gaona, 2017.</a:t>
            </a:r>
            <a:endParaRPr sz="1300">
              <a:solidFill>
                <a:schemeClr val="accent2"/>
              </a:solidFill>
              <a:latin typeface="Lato"/>
              <a:ea typeface="Lato"/>
              <a:cs typeface="Lato"/>
              <a:sym typeface="Lato"/>
            </a:endParaRPr>
          </a:p>
          <a:p>
            <a:pPr indent="0" lvl="0" marL="0" rtl="0" algn="r">
              <a:spcBef>
                <a:spcPts val="0"/>
              </a:spcBef>
              <a:spcAft>
                <a:spcPts val="0"/>
              </a:spcAft>
              <a:buNone/>
            </a:pPr>
            <a:r>
              <a:t/>
            </a:r>
            <a:endParaRPr sz="1200">
              <a:solidFill>
                <a:schemeClr val="dk1"/>
              </a:solidFill>
              <a:latin typeface="Lato"/>
              <a:ea typeface="Lato"/>
              <a:cs typeface="Lato"/>
              <a:sym typeface="Lato"/>
            </a:endParaRPr>
          </a:p>
          <a:p>
            <a:pPr indent="0" lvl="0" marL="0" rtl="0" algn="r">
              <a:spcBef>
                <a:spcPts val="0"/>
              </a:spcBef>
              <a:spcAft>
                <a:spcPts val="0"/>
              </a:spcAft>
              <a:buNone/>
            </a:pPr>
            <a:r>
              <a:rPr lang="es" sz="1200">
                <a:solidFill>
                  <a:schemeClr val="dk1"/>
                </a:solidFill>
                <a:latin typeface="Lato"/>
                <a:ea typeface="Lato"/>
                <a:cs typeface="Lato"/>
                <a:sym typeface="Lato"/>
              </a:rPr>
              <a:t> </a:t>
            </a:r>
            <a:endParaRPr sz="1200">
              <a:solidFill>
                <a:schemeClr val="dk1"/>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1" name="Shape 241"/>
        <p:cNvGrpSpPr/>
        <p:nvPr/>
      </p:nvGrpSpPr>
      <p:grpSpPr>
        <a:xfrm>
          <a:off x="0" y="0"/>
          <a:ext cx="0" cy="0"/>
          <a:chOff x="0" y="0"/>
          <a:chExt cx="0" cy="0"/>
        </a:xfrm>
      </p:grpSpPr>
      <p:sp>
        <p:nvSpPr>
          <p:cNvPr id="242" name="Google Shape;242;p29"/>
          <p:cNvSpPr/>
          <p:nvPr/>
        </p:nvSpPr>
        <p:spPr>
          <a:xfrm>
            <a:off x="533550" y="-16200"/>
            <a:ext cx="3423000" cy="5159700"/>
          </a:xfrm>
          <a:prstGeom prst="rect">
            <a:avLst/>
          </a:prstGeom>
          <a:solidFill>
            <a:srgbClr val="97C160">
              <a:alpha val="294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9"/>
          <p:cNvSpPr/>
          <p:nvPr/>
        </p:nvSpPr>
        <p:spPr>
          <a:xfrm>
            <a:off x="8543925" y="1325"/>
            <a:ext cx="1283100" cy="1283100"/>
          </a:xfrm>
          <a:prstGeom prst="ellipse">
            <a:avLst/>
          </a:prstGeom>
          <a:solidFill>
            <a:srgbClr val="755B60">
              <a:alpha val="7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grpSp>
        <p:nvGrpSpPr>
          <p:cNvPr id="244" name="Google Shape;244;p29"/>
          <p:cNvGrpSpPr/>
          <p:nvPr/>
        </p:nvGrpSpPr>
        <p:grpSpPr>
          <a:xfrm>
            <a:off x="1497110" y="3978278"/>
            <a:ext cx="1452181" cy="1033765"/>
            <a:chOff x="6890293" y="3364751"/>
            <a:chExt cx="3074700" cy="2188325"/>
          </a:xfrm>
        </p:grpSpPr>
        <p:pic>
          <p:nvPicPr>
            <p:cNvPr id="245" name="Google Shape;245;p29"/>
            <p:cNvPicPr preferRelativeResize="0"/>
            <p:nvPr/>
          </p:nvPicPr>
          <p:blipFill>
            <a:blip r:embed="rId3">
              <a:alphaModFix/>
            </a:blip>
            <a:stretch>
              <a:fillRect/>
            </a:stretch>
          </p:blipFill>
          <p:spPr>
            <a:xfrm>
              <a:off x="8387123" y="4048700"/>
              <a:ext cx="1577870" cy="1298572"/>
            </a:xfrm>
            <a:prstGeom prst="rect">
              <a:avLst/>
            </a:prstGeom>
            <a:noFill/>
            <a:ln>
              <a:noFill/>
            </a:ln>
          </p:spPr>
        </p:pic>
        <p:pic>
          <p:nvPicPr>
            <p:cNvPr id="246" name="Google Shape;246;p29"/>
            <p:cNvPicPr preferRelativeResize="0"/>
            <p:nvPr/>
          </p:nvPicPr>
          <p:blipFill>
            <a:blip r:embed="rId3">
              <a:alphaModFix/>
            </a:blip>
            <a:stretch>
              <a:fillRect/>
            </a:stretch>
          </p:blipFill>
          <p:spPr>
            <a:xfrm flipH="1">
              <a:off x="6890293" y="4254504"/>
              <a:ext cx="1577870" cy="1298572"/>
            </a:xfrm>
            <a:prstGeom prst="rect">
              <a:avLst/>
            </a:prstGeom>
            <a:noFill/>
            <a:ln>
              <a:noFill/>
            </a:ln>
          </p:spPr>
        </p:pic>
        <p:pic>
          <p:nvPicPr>
            <p:cNvPr id="247" name="Google Shape;247;p29"/>
            <p:cNvPicPr preferRelativeResize="0"/>
            <p:nvPr/>
          </p:nvPicPr>
          <p:blipFill>
            <a:blip r:embed="rId3">
              <a:alphaModFix/>
            </a:blip>
            <a:stretch>
              <a:fillRect/>
            </a:stretch>
          </p:blipFill>
          <p:spPr>
            <a:xfrm rot="-3887955">
              <a:off x="7703705" y="3616333"/>
              <a:ext cx="1163998" cy="957939"/>
            </a:xfrm>
            <a:prstGeom prst="rect">
              <a:avLst/>
            </a:prstGeom>
            <a:noFill/>
            <a:ln>
              <a:noFill/>
            </a:ln>
          </p:spPr>
        </p:pic>
      </p:grpSp>
      <p:sp>
        <p:nvSpPr>
          <p:cNvPr id="248" name="Google Shape;248;p29"/>
          <p:cNvSpPr txBox="1"/>
          <p:nvPr>
            <p:ph idx="1" type="body"/>
          </p:nvPr>
        </p:nvSpPr>
        <p:spPr>
          <a:xfrm>
            <a:off x="4492875" y="2989375"/>
            <a:ext cx="3982800" cy="865200"/>
          </a:xfrm>
          <a:prstGeom prst="rect">
            <a:avLst/>
          </a:prstGeom>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i="1" lang="es">
                <a:solidFill>
                  <a:schemeClr val="dk1"/>
                </a:solidFill>
                <a:latin typeface="Lato"/>
                <a:ea typeface="Lato"/>
                <a:cs typeface="Lato"/>
                <a:sym typeface="Lato"/>
              </a:rPr>
              <a:t>“</a:t>
            </a:r>
            <a:r>
              <a:rPr lang="es">
                <a:solidFill>
                  <a:schemeClr val="dk1"/>
                </a:solidFill>
                <a:latin typeface="Lato"/>
                <a:ea typeface="Lato"/>
                <a:cs typeface="Lato"/>
                <a:sym typeface="Lato"/>
              </a:rPr>
              <a:t>Navigation and Visualization of Knowledge Organization Systems using Virtual Reality Glasses: first insights</a:t>
            </a:r>
            <a:r>
              <a:rPr i="1" lang="es">
                <a:solidFill>
                  <a:schemeClr val="dk1"/>
                </a:solidFill>
                <a:latin typeface="Lato"/>
                <a:ea typeface="Lato"/>
                <a:cs typeface="Lato"/>
                <a:sym typeface="Lato"/>
              </a:rPr>
              <a:t>.”</a:t>
            </a:r>
            <a:endParaRPr i="1">
              <a:solidFill>
                <a:schemeClr val="dk1"/>
              </a:solidFill>
              <a:latin typeface="Lato"/>
              <a:ea typeface="Lato"/>
              <a:cs typeface="Lato"/>
              <a:sym typeface="Lato"/>
            </a:endParaRPr>
          </a:p>
          <a:p>
            <a:pPr indent="0" lvl="0" marL="0" rtl="0" algn="r">
              <a:lnSpc>
                <a:spcPct val="100000"/>
              </a:lnSpc>
              <a:spcBef>
                <a:spcPts val="0"/>
              </a:spcBef>
              <a:spcAft>
                <a:spcPts val="0"/>
              </a:spcAft>
              <a:buNone/>
            </a:pPr>
            <a:r>
              <a:t/>
            </a:r>
            <a:endParaRPr i="1">
              <a:solidFill>
                <a:schemeClr val="dk1"/>
              </a:solidFill>
              <a:latin typeface="Lato"/>
              <a:ea typeface="Lato"/>
              <a:cs typeface="Lato"/>
              <a:sym typeface="Lato"/>
            </a:endParaRPr>
          </a:p>
          <a:p>
            <a:pPr indent="0" lvl="0" marL="0" rtl="0" algn="r">
              <a:lnSpc>
                <a:spcPct val="100000"/>
              </a:lnSpc>
              <a:spcBef>
                <a:spcPts val="0"/>
              </a:spcBef>
              <a:spcAft>
                <a:spcPts val="0"/>
              </a:spcAft>
              <a:buNone/>
            </a:pPr>
            <a:r>
              <a:rPr lang="es">
                <a:latin typeface="Lato"/>
                <a:ea typeface="Lato"/>
                <a:cs typeface="Lato"/>
                <a:sym typeface="Lato"/>
              </a:rPr>
              <a:t>Gaona-García et al 2016</a:t>
            </a:r>
            <a:endParaRPr>
              <a:solidFill>
                <a:srgbClr val="755B60"/>
              </a:solidFill>
              <a:latin typeface="Lato"/>
              <a:ea typeface="Lato"/>
              <a:cs typeface="Lato"/>
              <a:sym typeface="Lato"/>
            </a:endParaRPr>
          </a:p>
        </p:txBody>
      </p:sp>
      <p:sp>
        <p:nvSpPr>
          <p:cNvPr id="249" name="Google Shape;249;p29"/>
          <p:cNvSpPr txBox="1"/>
          <p:nvPr>
            <p:ph type="title"/>
          </p:nvPr>
        </p:nvSpPr>
        <p:spPr>
          <a:xfrm>
            <a:off x="4492775" y="445025"/>
            <a:ext cx="39828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b="0" lang="es">
                <a:solidFill>
                  <a:srgbClr val="755B60"/>
                </a:solidFill>
                <a:latin typeface="Lora Medium"/>
                <a:ea typeface="Lora Medium"/>
                <a:cs typeface="Lora Medium"/>
                <a:sym typeface="Lora Medium"/>
              </a:rPr>
              <a:t>Visualización de Conceptos</a:t>
            </a:r>
            <a:endParaRPr b="0">
              <a:solidFill>
                <a:srgbClr val="755B60"/>
              </a:solidFill>
              <a:latin typeface="Lora Medium"/>
              <a:ea typeface="Lora Medium"/>
              <a:cs typeface="Lora Medium"/>
              <a:sym typeface="Lora Medium"/>
            </a:endParaRPr>
          </a:p>
        </p:txBody>
      </p:sp>
      <p:pic>
        <p:nvPicPr>
          <p:cNvPr id="250" name="Google Shape;250;p29"/>
          <p:cNvPicPr preferRelativeResize="0"/>
          <p:nvPr/>
        </p:nvPicPr>
        <p:blipFill>
          <a:blip r:embed="rId4">
            <a:alphaModFix/>
          </a:blip>
          <a:stretch>
            <a:fillRect/>
          </a:stretch>
        </p:blipFill>
        <p:spPr>
          <a:xfrm>
            <a:off x="533550" y="1017725"/>
            <a:ext cx="3423000" cy="219821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id="255" name="Google Shape;255;p30"/>
          <p:cNvPicPr preferRelativeResize="0"/>
          <p:nvPr/>
        </p:nvPicPr>
        <p:blipFill rotWithShape="1">
          <a:blip r:embed="rId3">
            <a:alphaModFix/>
          </a:blip>
          <a:srcRect b="0" l="0" r="0" t="15361"/>
          <a:stretch/>
        </p:blipFill>
        <p:spPr>
          <a:xfrm>
            <a:off x="-625" y="0"/>
            <a:ext cx="9144000" cy="5143500"/>
          </a:xfrm>
          <a:prstGeom prst="rect">
            <a:avLst/>
          </a:prstGeom>
          <a:noFill/>
          <a:ln>
            <a:noFill/>
          </a:ln>
        </p:spPr>
      </p:pic>
      <p:sp>
        <p:nvSpPr>
          <p:cNvPr id="256" name="Google Shape;256;p30"/>
          <p:cNvSpPr/>
          <p:nvPr/>
        </p:nvSpPr>
        <p:spPr>
          <a:xfrm>
            <a:off x="-600" y="150"/>
            <a:ext cx="9144000" cy="5143500"/>
          </a:xfrm>
          <a:prstGeom prst="rect">
            <a:avLst/>
          </a:prstGeom>
          <a:solidFill>
            <a:srgbClr val="F8FFEF">
              <a:alpha val="45100"/>
            </a:srgbClr>
          </a:solidFill>
          <a:ln cap="flat" cmpd="sng" w="9525">
            <a:solidFill>
              <a:schemeClr val="dk2"/>
            </a:solidFill>
            <a:prstDash val="solid"/>
            <a:round/>
            <a:headEnd len="sm" w="sm" type="none"/>
            <a:tailEnd len="sm" w="sm" type="none"/>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0"/>
          <p:cNvSpPr/>
          <p:nvPr/>
        </p:nvSpPr>
        <p:spPr>
          <a:xfrm>
            <a:off x="0" y="1076325"/>
            <a:ext cx="4621800" cy="1552800"/>
          </a:xfrm>
          <a:prstGeom prst="rect">
            <a:avLst/>
          </a:prstGeom>
          <a:solidFill>
            <a:srgbClr val="F8FFEF">
              <a:alpha val="9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0"/>
          <p:cNvSpPr/>
          <p:nvPr/>
        </p:nvSpPr>
        <p:spPr>
          <a:xfrm>
            <a:off x="-704850" y="1211175"/>
            <a:ext cx="1283100" cy="1283100"/>
          </a:xfrm>
          <a:prstGeom prst="ellipse">
            <a:avLst/>
          </a:prstGeom>
          <a:solidFill>
            <a:srgbClr val="755B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sp>
        <p:nvSpPr>
          <p:cNvPr id="259" name="Google Shape;259;p30"/>
          <p:cNvSpPr txBox="1"/>
          <p:nvPr>
            <p:ph type="title"/>
          </p:nvPr>
        </p:nvSpPr>
        <p:spPr>
          <a:xfrm>
            <a:off x="351700" y="1465050"/>
            <a:ext cx="39828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s" sz="2400"/>
              <a:t>METODOLOGÍA</a:t>
            </a:r>
            <a:endParaRPr b="0" sz="2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FEF">
            <a:alpha val="92160"/>
          </a:srgbClr>
        </a:solidFill>
      </p:bgPr>
    </p:bg>
    <p:spTree>
      <p:nvGrpSpPr>
        <p:cNvPr id="263" name="Shape 263"/>
        <p:cNvGrpSpPr/>
        <p:nvPr/>
      </p:nvGrpSpPr>
      <p:grpSpPr>
        <a:xfrm>
          <a:off x="0" y="0"/>
          <a:ext cx="0" cy="0"/>
          <a:chOff x="0" y="0"/>
          <a:chExt cx="0" cy="0"/>
        </a:xfrm>
      </p:grpSpPr>
      <p:sp>
        <p:nvSpPr>
          <p:cNvPr id="264" name="Google Shape;264;p31"/>
          <p:cNvSpPr/>
          <p:nvPr/>
        </p:nvSpPr>
        <p:spPr>
          <a:xfrm>
            <a:off x="6594975" y="2854525"/>
            <a:ext cx="1381800" cy="1381800"/>
          </a:xfrm>
          <a:prstGeom prst="ellipse">
            <a:avLst/>
          </a:prstGeom>
          <a:solidFill>
            <a:srgbClr val="97C1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1"/>
          <p:cNvSpPr/>
          <p:nvPr/>
        </p:nvSpPr>
        <p:spPr>
          <a:xfrm>
            <a:off x="4766175" y="2854525"/>
            <a:ext cx="1381800" cy="1381800"/>
          </a:xfrm>
          <a:prstGeom prst="ellipse">
            <a:avLst/>
          </a:prstGeom>
          <a:solidFill>
            <a:srgbClr val="97C1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1"/>
          <p:cNvSpPr/>
          <p:nvPr/>
        </p:nvSpPr>
        <p:spPr>
          <a:xfrm>
            <a:off x="2937375" y="2854525"/>
            <a:ext cx="1381800" cy="1381800"/>
          </a:xfrm>
          <a:prstGeom prst="ellipse">
            <a:avLst/>
          </a:prstGeom>
          <a:solidFill>
            <a:srgbClr val="97C1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1"/>
          <p:cNvSpPr/>
          <p:nvPr/>
        </p:nvSpPr>
        <p:spPr>
          <a:xfrm>
            <a:off x="1108575" y="2854525"/>
            <a:ext cx="1381800" cy="1381800"/>
          </a:xfrm>
          <a:prstGeom prst="ellipse">
            <a:avLst/>
          </a:prstGeom>
          <a:solidFill>
            <a:srgbClr val="97C1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1"/>
          <p:cNvSpPr/>
          <p:nvPr/>
        </p:nvSpPr>
        <p:spPr>
          <a:xfrm>
            <a:off x="7356975" y="1101925"/>
            <a:ext cx="1381800" cy="1381800"/>
          </a:xfrm>
          <a:prstGeom prst="ellipse">
            <a:avLst/>
          </a:prstGeom>
          <a:solidFill>
            <a:srgbClr val="97C1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1"/>
          <p:cNvSpPr/>
          <p:nvPr/>
        </p:nvSpPr>
        <p:spPr>
          <a:xfrm>
            <a:off x="5604375" y="1101925"/>
            <a:ext cx="1381800" cy="1381800"/>
          </a:xfrm>
          <a:prstGeom prst="ellipse">
            <a:avLst/>
          </a:prstGeom>
          <a:solidFill>
            <a:srgbClr val="97C1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1"/>
          <p:cNvSpPr/>
          <p:nvPr/>
        </p:nvSpPr>
        <p:spPr>
          <a:xfrm>
            <a:off x="3851775" y="1101925"/>
            <a:ext cx="1381800" cy="1381800"/>
          </a:xfrm>
          <a:prstGeom prst="ellipse">
            <a:avLst/>
          </a:prstGeom>
          <a:solidFill>
            <a:srgbClr val="97C1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1"/>
          <p:cNvSpPr/>
          <p:nvPr/>
        </p:nvSpPr>
        <p:spPr>
          <a:xfrm>
            <a:off x="2099175" y="1101925"/>
            <a:ext cx="1381800" cy="1381800"/>
          </a:xfrm>
          <a:prstGeom prst="ellipse">
            <a:avLst/>
          </a:prstGeom>
          <a:solidFill>
            <a:srgbClr val="97C1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1"/>
          <p:cNvSpPr/>
          <p:nvPr/>
        </p:nvSpPr>
        <p:spPr>
          <a:xfrm>
            <a:off x="346575" y="1101925"/>
            <a:ext cx="1381800" cy="1381800"/>
          </a:xfrm>
          <a:prstGeom prst="ellipse">
            <a:avLst/>
          </a:prstGeom>
          <a:solidFill>
            <a:srgbClr val="97C1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1"/>
          <p:cNvSpPr txBox="1"/>
          <p:nvPr>
            <p:ph idx="1" type="body"/>
          </p:nvPr>
        </p:nvSpPr>
        <p:spPr>
          <a:xfrm>
            <a:off x="565650" y="4382975"/>
            <a:ext cx="8068500" cy="60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s">
                <a:latin typeface="Lora"/>
                <a:ea typeface="Lora"/>
                <a:cs typeface="Lora"/>
                <a:sym typeface="Lora"/>
              </a:rPr>
              <a:t>Metodología</a:t>
            </a:r>
            <a:endParaRPr b="1">
              <a:latin typeface="Lora"/>
              <a:ea typeface="Lora"/>
              <a:cs typeface="Lora"/>
              <a:sym typeface="Lora"/>
            </a:endParaRPr>
          </a:p>
        </p:txBody>
      </p:sp>
      <p:sp>
        <p:nvSpPr>
          <p:cNvPr id="274" name="Google Shape;274;p31"/>
          <p:cNvSpPr/>
          <p:nvPr/>
        </p:nvSpPr>
        <p:spPr>
          <a:xfrm>
            <a:off x="-35175" y="1222125"/>
            <a:ext cx="9179100" cy="61500"/>
          </a:xfrm>
          <a:prstGeom prst="rect">
            <a:avLst/>
          </a:prstGeom>
          <a:solidFill>
            <a:srgbClr val="97C1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1"/>
          <p:cNvSpPr/>
          <p:nvPr/>
        </p:nvSpPr>
        <p:spPr>
          <a:xfrm>
            <a:off x="718050" y="1134200"/>
            <a:ext cx="213900" cy="213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1"/>
          <p:cNvSpPr/>
          <p:nvPr/>
        </p:nvSpPr>
        <p:spPr>
          <a:xfrm>
            <a:off x="2470650" y="1134200"/>
            <a:ext cx="213900" cy="213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1"/>
          <p:cNvSpPr/>
          <p:nvPr/>
        </p:nvSpPr>
        <p:spPr>
          <a:xfrm>
            <a:off x="4223250" y="1134200"/>
            <a:ext cx="213900" cy="213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1"/>
          <p:cNvSpPr/>
          <p:nvPr/>
        </p:nvSpPr>
        <p:spPr>
          <a:xfrm>
            <a:off x="5975850" y="1134200"/>
            <a:ext cx="213900" cy="213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1"/>
          <p:cNvSpPr/>
          <p:nvPr/>
        </p:nvSpPr>
        <p:spPr>
          <a:xfrm>
            <a:off x="7728450" y="1134200"/>
            <a:ext cx="213900" cy="213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1"/>
          <p:cNvSpPr/>
          <p:nvPr/>
        </p:nvSpPr>
        <p:spPr>
          <a:xfrm>
            <a:off x="-35175" y="2974725"/>
            <a:ext cx="9179100" cy="61500"/>
          </a:xfrm>
          <a:prstGeom prst="rect">
            <a:avLst/>
          </a:prstGeom>
          <a:solidFill>
            <a:srgbClr val="97C1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1"/>
          <p:cNvSpPr/>
          <p:nvPr/>
        </p:nvSpPr>
        <p:spPr>
          <a:xfrm>
            <a:off x="1480050" y="2886800"/>
            <a:ext cx="213900" cy="213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1"/>
          <p:cNvSpPr/>
          <p:nvPr/>
        </p:nvSpPr>
        <p:spPr>
          <a:xfrm>
            <a:off x="3308850" y="2886800"/>
            <a:ext cx="213900" cy="213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1"/>
          <p:cNvSpPr/>
          <p:nvPr/>
        </p:nvSpPr>
        <p:spPr>
          <a:xfrm>
            <a:off x="5137650" y="2886800"/>
            <a:ext cx="213900" cy="213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1"/>
          <p:cNvSpPr/>
          <p:nvPr/>
        </p:nvSpPr>
        <p:spPr>
          <a:xfrm>
            <a:off x="6966450" y="2886800"/>
            <a:ext cx="213900" cy="213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1"/>
          <p:cNvSpPr txBox="1"/>
          <p:nvPr>
            <p:ph idx="1" type="body"/>
          </p:nvPr>
        </p:nvSpPr>
        <p:spPr>
          <a:xfrm>
            <a:off x="565650" y="191975"/>
            <a:ext cx="8068500" cy="60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s">
                <a:latin typeface="Lora"/>
                <a:ea typeface="Lora"/>
                <a:cs typeface="Lora"/>
                <a:sym typeface="Lora"/>
              </a:rPr>
              <a:t>Etapas definidas en el proceso</a:t>
            </a:r>
            <a:endParaRPr b="1">
              <a:latin typeface="Lora"/>
              <a:ea typeface="Lora"/>
              <a:cs typeface="Lora"/>
              <a:sym typeface="Lora"/>
            </a:endParaRPr>
          </a:p>
        </p:txBody>
      </p:sp>
      <p:grpSp>
        <p:nvGrpSpPr>
          <p:cNvPr id="286" name="Google Shape;286;p31"/>
          <p:cNvGrpSpPr/>
          <p:nvPr/>
        </p:nvGrpSpPr>
        <p:grpSpPr>
          <a:xfrm>
            <a:off x="7734183" y="3869720"/>
            <a:ext cx="2292496" cy="1631615"/>
            <a:chOff x="6890293" y="3364751"/>
            <a:chExt cx="3074700" cy="2188325"/>
          </a:xfrm>
        </p:grpSpPr>
        <p:pic>
          <p:nvPicPr>
            <p:cNvPr id="287" name="Google Shape;287;p31"/>
            <p:cNvPicPr preferRelativeResize="0"/>
            <p:nvPr/>
          </p:nvPicPr>
          <p:blipFill>
            <a:blip r:embed="rId3">
              <a:alphaModFix/>
            </a:blip>
            <a:stretch>
              <a:fillRect/>
            </a:stretch>
          </p:blipFill>
          <p:spPr>
            <a:xfrm>
              <a:off x="8387123" y="4048700"/>
              <a:ext cx="1577870" cy="1298572"/>
            </a:xfrm>
            <a:prstGeom prst="rect">
              <a:avLst/>
            </a:prstGeom>
            <a:noFill/>
            <a:ln>
              <a:noFill/>
            </a:ln>
          </p:spPr>
        </p:pic>
        <p:pic>
          <p:nvPicPr>
            <p:cNvPr id="288" name="Google Shape;288;p31"/>
            <p:cNvPicPr preferRelativeResize="0"/>
            <p:nvPr/>
          </p:nvPicPr>
          <p:blipFill>
            <a:blip r:embed="rId3">
              <a:alphaModFix/>
            </a:blip>
            <a:stretch>
              <a:fillRect/>
            </a:stretch>
          </p:blipFill>
          <p:spPr>
            <a:xfrm flipH="1">
              <a:off x="6890293" y="4254504"/>
              <a:ext cx="1577870" cy="1298572"/>
            </a:xfrm>
            <a:prstGeom prst="rect">
              <a:avLst/>
            </a:prstGeom>
            <a:noFill/>
            <a:ln>
              <a:noFill/>
            </a:ln>
          </p:spPr>
        </p:pic>
        <p:pic>
          <p:nvPicPr>
            <p:cNvPr id="289" name="Google Shape;289;p31"/>
            <p:cNvPicPr preferRelativeResize="0"/>
            <p:nvPr/>
          </p:nvPicPr>
          <p:blipFill>
            <a:blip r:embed="rId3">
              <a:alphaModFix/>
            </a:blip>
            <a:stretch>
              <a:fillRect/>
            </a:stretch>
          </p:blipFill>
          <p:spPr>
            <a:xfrm rot="-3887955">
              <a:off x="7703705" y="3616333"/>
              <a:ext cx="1163998" cy="957939"/>
            </a:xfrm>
            <a:prstGeom prst="rect">
              <a:avLst/>
            </a:prstGeom>
            <a:noFill/>
            <a:ln>
              <a:noFill/>
            </a:ln>
          </p:spPr>
        </p:pic>
      </p:grpSp>
      <p:sp>
        <p:nvSpPr>
          <p:cNvPr id="290" name="Google Shape;290;p31"/>
          <p:cNvSpPr txBox="1"/>
          <p:nvPr/>
        </p:nvSpPr>
        <p:spPr>
          <a:xfrm>
            <a:off x="423675" y="1445450"/>
            <a:ext cx="1272000" cy="60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a:solidFill>
                  <a:schemeClr val="lt1"/>
                </a:solidFill>
                <a:latin typeface="Lora SemiBold"/>
                <a:ea typeface="Lora SemiBold"/>
                <a:cs typeface="Lora SemiBold"/>
                <a:sym typeface="Lora SemiBold"/>
              </a:rPr>
              <a:t>Formulación de Objetivos</a:t>
            </a:r>
            <a:endParaRPr>
              <a:solidFill>
                <a:schemeClr val="lt1"/>
              </a:solidFill>
              <a:latin typeface="Lora SemiBold"/>
              <a:ea typeface="Lora SemiBold"/>
              <a:cs typeface="Lora SemiBold"/>
              <a:sym typeface="Lora SemiBold"/>
            </a:endParaRPr>
          </a:p>
        </p:txBody>
      </p:sp>
      <p:sp>
        <p:nvSpPr>
          <p:cNvPr id="291" name="Google Shape;291;p31"/>
          <p:cNvSpPr txBox="1"/>
          <p:nvPr/>
        </p:nvSpPr>
        <p:spPr>
          <a:xfrm>
            <a:off x="2001975" y="1523250"/>
            <a:ext cx="1576200" cy="60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a:solidFill>
                  <a:schemeClr val="lt1"/>
                </a:solidFill>
                <a:latin typeface="Lora SemiBold"/>
                <a:ea typeface="Lora SemiBold"/>
                <a:cs typeface="Lora SemiBold"/>
                <a:sym typeface="Lora SemiBold"/>
              </a:rPr>
              <a:t>Formulación de Justificación</a:t>
            </a:r>
            <a:endParaRPr>
              <a:solidFill>
                <a:schemeClr val="lt1"/>
              </a:solidFill>
              <a:latin typeface="Lora SemiBold"/>
              <a:ea typeface="Lora SemiBold"/>
              <a:cs typeface="Lora SemiBold"/>
              <a:sym typeface="Lora SemiBold"/>
            </a:endParaRPr>
          </a:p>
        </p:txBody>
      </p:sp>
      <p:sp>
        <p:nvSpPr>
          <p:cNvPr id="292" name="Google Shape;292;p31"/>
          <p:cNvSpPr txBox="1"/>
          <p:nvPr/>
        </p:nvSpPr>
        <p:spPr>
          <a:xfrm>
            <a:off x="3928875" y="1445450"/>
            <a:ext cx="1272000" cy="60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a:solidFill>
                  <a:schemeClr val="lt1"/>
                </a:solidFill>
                <a:latin typeface="Lora SemiBold"/>
                <a:ea typeface="Lora SemiBold"/>
                <a:cs typeface="Lora SemiBold"/>
                <a:sym typeface="Lora SemiBold"/>
              </a:rPr>
              <a:t>Formulación de Hipótesis</a:t>
            </a:r>
            <a:endParaRPr>
              <a:solidFill>
                <a:schemeClr val="lt1"/>
              </a:solidFill>
              <a:latin typeface="Lora SemiBold"/>
              <a:ea typeface="Lora SemiBold"/>
              <a:cs typeface="Lora SemiBold"/>
              <a:sym typeface="Lora SemiBold"/>
            </a:endParaRPr>
          </a:p>
        </p:txBody>
      </p:sp>
      <p:sp>
        <p:nvSpPr>
          <p:cNvPr id="293" name="Google Shape;293;p31"/>
          <p:cNvSpPr txBox="1"/>
          <p:nvPr/>
        </p:nvSpPr>
        <p:spPr>
          <a:xfrm>
            <a:off x="5681475" y="1445450"/>
            <a:ext cx="1272000" cy="60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a:solidFill>
                  <a:schemeClr val="lt1"/>
                </a:solidFill>
                <a:latin typeface="Lora SemiBold"/>
                <a:ea typeface="Lora SemiBold"/>
                <a:cs typeface="Lora SemiBold"/>
                <a:sym typeface="Lora SemiBold"/>
              </a:rPr>
              <a:t>Revisi</a:t>
            </a:r>
            <a:r>
              <a:rPr lang="es">
                <a:solidFill>
                  <a:schemeClr val="lt1"/>
                </a:solidFill>
                <a:latin typeface="Lora SemiBold"/>
                <a:ea typeface="Lora SemiBold"/>
                <a:cs typeface="Lora SemiBold"/>
                <a:sym typeface="Lora SemiBold"/>
              </a:rPr>
              <a:t>ón de literatura</a:t>
            </a:r>
            <a:endParaRPr>
              <a:solidFill>
                <a:schemeClr val="lt1"/>
              </a:solidFill>
              <a:latin typeface="Lora SemiBold"/>
              <a:ea typeface="Lora SemiBold"/>
              <a:cs typeface="Lora SemiBold"/>
              <a:sym typeface="Lora SemiBold"/>
            </a:endParaRPr>
          </a:p>
        </p:txBody>
      </p:sp>
      <p:sp>
        <p:nvSpPr>
          <p:cNvPr id="294" name="Google Shape;294;p31"/>
          <p:cNvSpPr txBox="1"/>
          <p:nvPr/>
        </p:nvSpPr>
        <p:spPr>
          <a:xfrm>
            <a:off x="7434075" y="1445450"/>
            <a:ext cx="1272000" cy="60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a:solidFill>
                  <a:schemeClr val="lt1"/>
                </a:solidFill>
                <a:latin typeface="Lora SemiBold"/>
                <a:ea typeface="Lora SemiBold"/>
                <a:cs typeface="Lora SemiBold"/>
                <a:sym typeface="Lora SemiBold"/>
              </a:rPr>
              <a:t>Marco Referencial</a:t>
            </a:r>
            <a:endParaRPr>
              <a:solidFill>
                <a:schemeClr val="lt1"/>
              </a:solidFill>
              <a:latin typeface="Lora SemiBold"/>
              <a:ea typeface="Lora SemiBold"/>
              <a:cs typeface="Lora SemiBold"/>
              <a:sym typeface="Lora SemiBold"/>
            </a:endParaRPr>
          </a:p>
        </p:txBody>
      </p:sp>
      <p:sp>
        <p:nvSpPr>
          <p:cNvPr id="295" name="Google Shape;295;p31"/>
          <p:cNvSpPr txBox="1"/>
          <p:nvPr/>
        </p:nvSpPr>
        <p:spPr>
          <a:xfrm>
            <a:off x="1185675" y="3274250"/>
            <a:ext cx="1272000" cy="60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a:solidFill>
                  <a:schemeClr val="lt1"/>
                </a:solidFill>
                <a:latin typeface="Lora SemiBold"/>
                <a:ea typeface="Lora SemiBold"/>
                <a:cs typeface="Lora SemiBold"/>
                <a:sym typeface="Lora SemiBold"/>
              </a:rPr>
              <a:t>Desarrollo</a:t>
            </a:r>
            <a:r>
              <a:rPr lang="es">
                <a:solidFill>
                  <a:schemeClr val="lt1"/>
                </a:solidFill>
                <a:latin typeface="Lora SemiBold"/>
                <a:ea typeface="Lora SemiBold"/>
                <a:cs typeface="Lora SemiBold"/>
                <a:sym typeface="Lora SemiBold"/>
              </a:rPr>
              <a:t> de Software</a:t>
            </a:r>
            <a:endParaRPr>
              <a:solidFill>
                <a:schemeClr val="lt1"/>
              </a:solidFill>
              <a:latin typeface="Lora SemiBold"/>
              <a:ea typeface="Lora SemiBold"/>
              <a:cs typeface="Lora SemiBold"/>
              <a:sym typeface="Lora SemiBold"/>
            </a:endParaRPr>
          </a:p>
        </p:txBody>
      </p:sp>
      <p:sp>
        <p:nvSpPr>
          <p:cNvPr id="296" name="Google Shape;296;p31"/>
          <p:cNvSpPr txBox="1"/>
          <p:nvPr/>
        </p:nvSpPr>
        <p:spPr>
          <a:xfrm>
            <a:off x="3014475" y="3274250"/>
            <a:ext cx="1272000" cy="60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a:solidFill>
                  <a:schemeClr val="lt1"/>
                </a:solidFill>
                <a:latin typeface="Lora SemiBold"/>
                <a:ea typeface="Lora SemiBold"/>
                <a:cs typeface="Lora SemiBold"/>
                <a:sym typeface="Lora SemiBold"/>
              </a:rPr>
              <a:t>Pruebas de Usabilidad</a:t>
            </a:r>
            <a:endParaRPr>
              <a:solidFill>
                <a:schemeClr val="lt1"/>
              </a:solidFill>
              <a:latin typeface="Lora SemiBold"/>
              <a:ea typeface="Lora SemiBold"/>
              <a:cs typeface="Lora SemiBold"/>
              <a:sym typeface="Lora SemiBold"/>
            </a:endParaRPr>
          </a:p>
        </p:txBody>
      </p:sp>
      <p:sp>
        <p:nvSpPr>
          <p:cNvPr id="297" name="Google Shape;297;p31"/>
          <p:cNvSpPr txBox="1"/>
          <p:nvPr/>
        </p:nvSpPr>
        <p:spPr>
          <a:xfrm>
            <a:off x="4843275" y="3274250"/>
            <a:ext cx="1272000" cy="60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a:solidFill>
                  <a:schemeClr val="lt1"/>
                </a:solidFill>
                <a:latin typeface="Lora SemiBold"/>
                <a:ea typeface="Lora SemiBold"/>
                <a:cs typeface="Lora SemiBold"/>
                <a:sym typeface="Lora SemiBold"/>
              </a:rPr>
              <a:t>Resultados y Análisis</a:t>
            </a:r>
            <a:endParaRPr>
              <a:solidFill>
                <a:schemeClr val="lt1"/>
              </a:solidFill>
              <a:latin typeface="Lora SemiBold"/>
              <a:ea typeface="Lora SemiBold"/>
              <a:cs typeface="Lora SemiBold"/>
              <a:sym typeface="Lora SemiBold"/>
            </a:endParaRPr>
          </a:p>
        </p:txBody>
      </p:sp>
      <p:sp>
        <p:nvSpPr>
          <p:cNvPr id="298" name="Google Shape;298;p31"/>
          <p:cNvSpPr txBox="1"/>
          <p:nvPr/>
        </p:nvSpPr>
        <p:spPr>
          <a:xfrm>
            <a:off x="6672075" y="3274250"/>
            <a:ext cx="1272000" cy="60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a:solidFill>
                  <a:schemeClr val="lt1"/>
                </a:solidFill>
                <a:latin typeface="Lora SemiBold"/>
                <a:ea typeface="Lora SemiBold"/>
                <a:cs typeface="Lora SemiBold"/>
                <a:sym typeface="Lora SemiBold"/>
              </a:rPr>
              <a:t>Validación de Hipótesis</a:t>
            </a:r>
            <a:endParaRPr>
              <a:solidFill>
                <a:schemeClr val="lt1"/>
              </a:solidFill>
              <a:latin typeface="Lora SemiBold"/>
              <a:ea typeface="Lora SemiBold"/>
              <a:cs typeface="Lora SemiBold"/>
              <a:sym typeface="Lora SemiBo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2" name="Shape 302"/>
        <p:cNvGrpSpPr/>
        <p:nvPr/>
      </p:nvGrpSpPr>
      <p:grpSpPr>
        <a:xfrm>
          <a:off x="0" y="0"/>
          <a:ext cx="0" cy="0"/>
          <a:chOff x="0" y="0"/>
          <a:chExt cx="0" cy="0"/>
        </a:xfrm>
      </p:grpSpPr>
      <p:sp>
        <p:nvSpPr>
          <p:cNvPr id="303" name="Google Shape;303;p32"/>
          <p:cNvSpPr/>
          <p:nvPr/>
        </p:nvSpPr>
        <p:spPr>
          <a:xfrm>
            <a:off x="533550" y="-16200"/>
            <a:ext cx="3423000" cy="5159700"/>
          </a:xfrm>
          <a:prstGeom prst="rect">
            <a:avLst/>
          </a:prstGeom>
          <a:solidFill>
            <a:srgbClr val="97C160">
              <a:alpha val="294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4" name="Google Shape;304;p32"/>
          <p:cNvPicPr preferRelativeResize="0"/>
          <p:nvPr/>
        </p:nvPicPr>
        <p:blipFill>
          <a:blip r:embed="rId3">
            <a:alphaModFix/>
          </a:blip>
          <a:stretch>
            <a:fillRect/>
          </a:stretch>
        </p:blipFill>
        <p:spPr>
          <a:xfrm>
            <a:off x="648100" y="760225"/>
            <a:ext cx="3103500" cy="3103500"/>
          </a:xfrm>
          <a:prstGeom prst="rect">
            <a:avLst/>
          </a:prstGeom>
          <a:noFill/>
          <a:ln>
            <a:noFill/>
          </a:ln>
        </p:spPr>
      </p:pic>
      <p:sp>
        <p:nvSpPr>
          <p:cNvPr id="305" name="Google Shape;305;p32"/>
          <p:cNvSpPr txBox="1"/>
          <p:nvPr>
            <p:ph idx="1" type="body"/>
          </p:nvPr>
        </p:nvSpPr>
        <p:spPr>
          <a:xfrm>
            <a:off x="4492875" y="1312975"/>
            <a:ext cx="3982800" cy="3103500"/>
          </a:xfrm>
          <a:prstGeom prst="rect">
            <a:avLst/>
          </a:prstGeom>
        </p:spPr>
        <p:txBody>
          <a:bodyPr anchorCtr="0" anchor="t" bIns="91425" lIns="91425" spcFirstLastPara="1" rIns="91425" wrap="square" tIns="91425">
            <a:noAutofit/>
          </a:bodyPr>
          <a:lstStyle/>
          <a:p>
            <a:pPr indent="0" lvl="0" marL="0" rtl="0" algn="r">
              <a:spcBef>
                <a:spcPts val="0"/>
              </a:spcBef>
              <a:spcAft>
                <a:spcPts val="1600"/>
              </a:spcAft>
              <a:buNone/>
            </a:pPr>
            <a:r>
              <a:rPr lang="es" sz="1800">
                <a:solidFill>
                  <a:srgbClr val="755B60"/>
                </a:solidFill>
                <a:latin typeface="Lora Medium"/>
                <a:ea typeface="Lora Medium"/>
                <a:cs typeface="Lora Medium"/>
                <a:sym typeface="Lora Medium"/>
              </a:rPr>
              <a:t>El desarrollo del proyecto se divide en cuatro fases que representan los retos a cumplir de acuerdo con los objetivos y el cronograma de trabajo. De esta forma se establecen los alcances dentro del proyecto y </a:t>
            </a:r>
            <a:r>
              <a:rPr lang="es" sz="1800">
                <a:solidFill>
                  <a:srgbClr val="755B60"/>
                </a:solidFill>
                <a:latin typeface="Lora Medium"/>
                <a:ea typeface="Lora Medium"/>
                <a:cs typeface="Lora Medium"/>
                <a:sym typeface="Lora Medium"/>
              </a:rPr>
              <a:t>más</a:t>
            </a:r>
            <a:r>
              <a:rPr lang="es" sz="1800">
                <a:solidFill>
                  <a:srgbClr val="755B60"/>
                </a:solidFill>
                <a:latin typeface="Lora Medium"/>
                <a:ea typeface="Lora Medium"/>
                <a:cs typeface="Lora Medium"/>
                <a:sym typeface="Lora Medium"/>
              </a:rPr>
              <a:t> adelante se presentan los trabajos futuros que surgen luego de efectuar cada fase. </a:t>
            </a:r>
            <a:endParaRPr sz="1800">
              <a:solidFill>
                <a:srgbClr val="755B60"/>
              </a:solidFill>
              <a:latin typeface="Lora Medium"/>
              <a:ea typeface="Lora Medium"/>
              <a:cs typeface="Lora Medium"/>
              <a:sym typeface="Lora Medium"/>
            </a:endParaRPr>
          </a:p>
        </p:txBody>
      </p:sp>
      <p:sp>
        <p:nvSpPr>
          <p:cNvPr id="306" name="Google Shape;306;p32"/>
          <p:cNvSpPr txBox="1"/>
          <p:nvPr>
            <p:ph type="title"/>
          </p:nvPr>
        </p:nvSpPr>
        <p:spPr>
          <a:xfrm>
            <a:off x="4492775" y="445025"/>
            <a:ext cx="39828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b="0" lang="es" sz="2400">
                <a:solidFill>
                  <a:srgbClr val="755B60"/>
                </a:solidFill>
                <a:latin typeface="Lora Medium"/>
                <a:ea typeface="Lora Medium"/>
                <a:cs typeface="Lora Medium"/>
                <a:sym typeface="Lora Medium"/>
              </a:rPr>
              <a:t>Fases del proyecto</a:t>
            </a:r>
            <a:endParaRPr b="0" sz="2400">
              <a:solidFill>
                <a:srgbClr val="755B60"/>
              </a:solidFill>
              <a:latin typeface="Lora Medium"/>
              <a:ea typeface="Lora Medium"/>
              <a:cs typeface="Lora Medium"/>
              <a:sym typeface="Lora Medium"/>
            </a:endParaRPr>
          </a:p>
        </p:txBody>
      </p:sp>
      <p:sp>
        <p:nvSpPr>
          <p:cNvPr id="307" name="Google Shape;307;p32"/>
          <p:cNvSpPr/>
          <p:nvPr/>
        </p:nvSpPr>
        <p:spPr>
          <a:xfrm>
            <a:off x="8543925" y="1325"/>
            <a:ext cx="1283100" cy="1283100"/>
          </a:xfrm>
          <a:prstGeom prst="ellipse">
            <a:avLst/>
          </a:prstGeom>
          <a:solidFill>
            <a:srgbClr val="755B60">
              <a:alpha val="7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grpSp>
        <p:nvGrpSpPr>
          <p:cNvPr id="308" name="Google Shape;308;p32"/>
          <p:cNvGrpSpPr/>
          <p:nvPr/>
        </p:nvGrpSpPr>
        <p:grpSpPr>
          <a:xfrm>
            <a:off x="1497110" y="3978278"/>
            <a:ext cx="1452181" cy="1033765"/>
            <a:chOff x="6890293" y="3364751"/>
            <a:chExt cx="3074700" cy="2188325"/>
          </a:xfrm>
        </p:grpSpPr>
        <p:pic>
          <p:nvPicPr>
            <p:cNvPr id="309" name="Google Shape;309;p32"/>
            <p:cNvPicPr preferRelativeResize="0"/>
            <p:nvPr/>
          </p:nvPicPr>
          <p:blipFill>
            <a:blip r:embed="rId4">
              <a:alphaModFix/>
            </a:blip>
            <a:stretch>
              <a:fillRect/>
            </a:stretch>
          </p:blipFill>
          <p:spPr>
            <a:xfrm>
              <a:off x="8387123" y="4048700"/>
              <a:ext cx="1577870" cy="1298572"/>
            </a:xfrm>
            <a:prstGeom prst="rect">
              <a:avLst/>
            </a:prstGeom>
            <a:noFill/>
            <a:ln>
              <a:noFill/>
            </a:ln>
          </p:spPr>
        </p:pic>
        <p:pic>
          <p:nvPicPr>
            <p:cNvPr id="310" name="Google Shape;310;p32"/>
            <p:cNvPicPr preferRelativeResize="0"/>
            <p:nvPr/>
          </p:nvPicPr>
          <p:blipFill>
            <a:blip r:embed="rId4">
              <a:alphaModFix/>
            </a:blip>
            <a:stretch>
              <a:fillRect/>
            </a:stretch>
          </p:blipFill>
          <p:spPr>
            <a:xfrm flipH="1">
              <a:off x="6890293" y="4254504"/>
              <a:ext cx="1577870" cy="1298572"/>
            </a:xfrm>
            <a:prstGeom prst="rect">
              <a:avLst/>
            </a:prstGeom>
            <a:noFill/>
            <a:ln>
              <a:noFill/>
            </a:ln>
          </p:spPr>
        </p:pic>
        <p:pic>
          <p:nvPicPr>
            <p:cNvPr id="311" name="Google Shape;311;p32"/>
            <p:cNvPicPr preferRelativeResize="0"/>
            <p:nvPr/>
          </p:nvPicPr>
          <p:blipFill>
            <a:blip r:embed="rId4">
              <a:alphaModFix/>
            </a:blip>
            <a:stretch>
              <a:fillRect/>
            </a:stretch>
          </p:blipFill>
          <p:spPr>
            <a:xfrm rot="-3887955">
              <a:off x="7703705" y="3616333"/>
              <a:ext cx="1163998" cy="957939"/>
            </a:xfrm>
            <a:prstGeom prst="rect">
              <a:avLst/>
            </a:prstGeom>
            <a:noFill/>
            <a:ln>
              <a:noFill/>
            </a:ln>
          </p:spPr>
        </p:pic>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FEF">
            <a:alpha val="92160"/>
          </a:srgbClr>
        </a:solidFill>
      </p:bgPr>
    </p:bg>
    <p:spTree>
      <p:nvGrpSpPr>
        <p:cNvPr id="315" name="Shape 315"/>
        <p:cNvGrpSpPr/>
        <p:nvPr/>
      </p:nvGrpSpPr>
      <p:grpSpPr>
        <a:xfrm>
          <a:off x="0" y="0"/>
          <a:ext cx="0" cy="0"/>
          <a:chOff x="0" y="0"/>
          <a:chExt cx="0" cy="0"/>
        </a:xfrm>
      </p:grpSpPr>
      <p:sp>
        <p:nvSpPr>
          <p:cNvPr id="316" name="Google Shape;316;p33"/>
          <p:cNvSpPr/>
          <p:nvPr/>
        </p:nvSpPr>
        <p:spPr>
          <a:xfrm>
            <a:off x="17575" y="0"/>
            <a:ext cx="4554300" cy="2571600"/>
          </a:xfrm>
          <a:prstGeom prst="rect">
            <a:avLst/>
          </a:prstGeom>
          <a:solidFill>
            <a:srgbClr val="97C160">
              <a:alpha val="294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3"/>
          <p:cNvSpPr/>
          <p:nvPr/>
        </p:nvSpPr>
        <p:spPr>
          <a:xfrm>
            <a:off x="4589575" y="0"/>
            <a:ext cx="4554300" cy="2571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3"/>
          <p:cNvSpPr/>
          <p:nvPr/>
        </p:nvSpPr>
        <p:spPr>
          <a:xfrm>
            <a:off x="17575" y="2590800"/>
            <a:ext cx="4554300" cy="2571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3"/>
          <p:cNvSpPr/>
          <p:nvPr/>
        </p:nvSpPr>
        <p:spPr>
          <a:xfrm>
            <a:off x="4589575" y="2590800"/>
            <a:ext cx="4554300" cy="2571600"/>
          </a:xfrm>
          <a:prstGeom prst="rect">
            <a:avLst/>
          </a:prstGeom>
          <a:solidFill>
            <a:srgbClr val="97C160">
              <a:alpha val="294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3"/>
          <p:cNvSpPr/>
          <p:nvPr/>
        </p:nvSpPr>
        <p:spPr>
          <a:xfrm>
            <a:off x="2286000" y="1838325"/>
            <a:ext cx="4621800" cy="1552800"/>
          </a:xfrm>
          <a:prstGeom prst="rect">
            <a:avLst/>
          </a:prstGeom>
          <a:solidFill>
            <a:srgbClr val="F8FFEF">
              <a:alpha val="9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3"/>
          <p:cNvSpPr txBox="1"/>
          <p:nvPr>
            <p:ph idx="1" type="body"/>
          </p:nvPr>
        </p:nvSpPr>
        <p:spPr>
          <a:xfrm>
            <a:off x="2546850" y="2096975"/>
            <a:ext cx="4023900" cy="74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s" sz="2400">
                <a:latin typeface="Lora"/>
                <a:ea typeface="Lora"/>
                <a:cs typeface="Lora"/>
                <a:sym typeface="Lora"/>
              </a:rPr>
              <a:t>Herramientas Tecnológicas </a:t>
            </a:r>
            <a:endParaRPr sz="2400">
              <a:latin typeface="Lora"/>
              <a:ea typeface="Lora"/>
              <a:cs typeface="Lora"/>
              <a:sym typeface="Lora"/>
            </a:endParaRPr>
          </a:p>
        </p:txBody>
      </p:sp>
      <p:grpSp>
        <p:nvGrpSpPr>
          <p:cNvPr id="322" name="Google Shape;322;p33"/>
          <p:cNvGrpSpPr/>
          <p:nvPr/>
        </p:nvGrpSpPr>
        <p:grpSpPr>
          <a:xfrm>
            <a:off x="4213038" y="2845892"/>
            <a:ext cx="691500" cy="492154"/>
            <a:chOff x="6890293" y="3364751"/>
            <a:chExt cx="3074700" cy="2188325"/>
          </a:xfrm>
        </p:grpSpPr>
        <p:pic>
          <p:nvPicPr>
            <p:cNvPr id="323" name="Google Shape;323;p33"/>
            <p:cNvPicPr preferRelativeResize="0"/>
            <p:nvPr/>
          </p:nvPicPr>
          <p:blipFill>
            <a:blip r:embed="rId3">
              <a:alphaModFix/>
            </a:blip>
            <a:stretch>
              <a:fillRect/>
            </a:stretch>
          </p:blipFill>
          <p:spPr>
            <a:xfrm>
              <a:off x="8387123" y="4048700"/>
              <a:ext cx="1577870" cy="1298572"/>
            </a:xfrm>
            <a:prstGeom prst="rect">
              <a:avLst/>
            </a:prstGeom>
            <a:noFill/>
            <a:ln>
              <a:noFill/>
            </a:ln>
          </p:spPr>
        </p:pic>
        <p:pic>
          <p:nvPicPr>
            <p:cNvPr id="324" name="Google Shape;324;p33"/>
            <p:cNvPicPr preferRelativeResize="0"/>
            <p:nvPr/>
          </p:nvPicPr>
          <p:blipFill>
            <a:blip r:embed="rId3">
              <a:alphaModFix/>
            </a:blip>
            <a:stretch>
              <a:fillRect/>
            </a:stretch>
          </p:blipFill>
          <p:spPr>
            <a:xfrm flipH="1">
              <a:off x="6890293" y="4254504"/>
              <a:ext cx="1577870" cy="1298572"/>
            </a:xfrm>
            <a:prstGeom prst="rect">
              <a:avLst/>
            </a:prstGeom>
            <a:noFill/>
            <a:ln>
              <a:noFill/>
            </a:ln>
          </p:spPr>
        </p:pic>
        <p:pic>
          <p:nvPicPr>
            <p:cNvPr id="325" name="Google Shape;325;p33"/>
            <p:cNvPicPr preferRelativeResize="0"/>
            <p:nvPr/>
          </p:nvPicPr>
          <p:blipFill>
            <a:blip r:embed="rId3">
              <a:alphaModFix/>
            </a:blip>
            <a:stretch>
              <a:fillRect/>
            </a:stretch>
          </p:blipFill>
          <p:spPr>
            <a:xfrm rot="-3887955">
              <a:off x="7703705" y="3616333"/>
              <a:ext cx="1163998" cy="957939"/>
            </a:xfrm>
            <a:prstGeom prst="rect">
              <a:avLst/>
            </a:prstGeom>
            <a:noFill/>
            <a:ln>
              <a:noFill/>
            </a:ln>
          </p:spPr>
        </p:pic>
      </p:grpSp>
      <p:sp>
        <p:nvSpPr>
          <p:cNvPr id="326" name="Google Shape;326;p33"/>
          <p:cNvSpPr txBox="1"/>
          <p:nvPr/>
        </p:nvSpPr>
        <p:spPr>
          <a:xfrm>
            <a:off x="805600" y="1825525"/>
            <a:ext cx="1342500" cy="594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1800">
                <a:solidFill>
                  <a:schemeClr val="dk1"/>
                </a:solidFill>
                <a:latin typeface="Lato"/>
                <a:ea typeface="Lato"/>
                <a:cs typeface="Lato"/>
                <a:sym typeface="Lato"/>
              </a:rPr>
              <a:t>Diseño de la Interfaz</a:t>
            </a:r>
            <a:endParaRPr sz="1800">
              <a:solidFill>
                <a:schemeClr val="dk1"/>
              </a:solidFill>
              <a:latin typeface="Lato"/>
              <a:ea typeface="Lato"/>
              <a:cs typeface="Lato"/>
              <a:sym typeface="Lato"/>
            </a:endParaRPr>
          </a:p>
        </p:txBody>
      </p:sp>
      <p:sp>
        <p:nvSpPr>
          <p:cNvPr id="327" name="Google Shape;327;p33"/>
          <p:cNvSpPr txBox="1"/>
          <p:nvPr/>
        </p:nvSpPr>
        <p:spPr>
          <a:xfrm>
            <a:off x="161800" y="2753400"/>
            <a:ext cx="1986300" cy="593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1800">
                <a:solidFill>
                  <a:schemeClr val="dk1"/>
                </a:solidFill>
                <a:latin typeface="Lato"/>
                <a:ea typeface="Lato"/>
                <a:cs typeface="Lato"/>
                <a:sym typeface="Lato"/>
              </a:rPr>
              <a:t>Reconocimiento de Objetos Tangibles</a:t>
            </a:r>
            <a:endParaRPr sz="1800">
              <a:solidFill>
                <a:schemeClr val="dk1"/>
              </a:solidFill>
              <a:latin typeface="Lato"/>
              <a:ea typeface="Lato"/>
              <a:cs typeface="Lato"/>
              <a:sym typeface="Lato"/>
            </a:endParaRPr>
          </a:p>
        </p:txBody>
      </p:sp>
      <p:sp>
        <p:nvSpPr>
          <p:cNvPr id="328" name="Google Shape;328;p33"/>
          <p:cNvSpPr txBox="1"/>
          <p:nvPr/>
        </p:nvSpPr>
        <p:spPr>
          <a:xfrm>
            <a:off x="7045800" y="1838330"/>
            <a:ext cx="1890300" cy="59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latin typeface="Lato"/>
                <a:ea typeface="Lato"/>
                <a:cs typeface="Lato"/>
                <a:sym typeface="Lato"/>
              </a:rPr>
              <a:t>Desarrollo de la aplicación</a:t>
            </a:r>
            <a:endParaRPr sz="1800">
              <a:solidFill>
                <a:schemeClr val="dk1"/>
              </a:solidFill>
              <a:latin typeface="Lato"/>
              <a:ea typeface="Lato"/>
              <a:cs typeface="Lato"/>
              <a:sym typeface="Lato"/>
            </a:endParaRPr>
          </a:p>
        </p:txBody>
      </p:sp>
      <p:sp>
        <p:nvSpPr>
          <p:cNvPr id="329" name="Google Shape;329;p33"/>
          <p:cNvSpPr txBox="1"/>
          <p:nvPr/>
        </p:nvSpPr>
        <p:spPr>
          <a:xfrm>
            <a:off x="7045700" y="2797725"/>
            <a:ext cx="1890300" cy="39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latin typeface="Lato"/>
                <a:ea typeface="Lato"/>
                <a:cs typeface="Lato"/>
                <a:sym typeface="Lato"/>
              </a:rPr>
              <a:t>Documentación</a:t>
            </a:r>
            <a:endParaRPr sz="1800">
              <a:solidFill>
                <a:schemeClr val="dk1"/>
              </a:solidFill>
              <a:latin typeface="Lato"/>
              <a:ea typeface="Lato"/>
              <a:cs typeface="Lato"/>
              <a:sym typeface="Lato"/>
            </a:endParaRPr>
          </a:p>
        </p:txBody>
      </p:sp>
      <p:pic>
        <p:nvPicPr>
          <p:cNvPr id="330" name="Google Shape;330;p33"/>
          <p:cNvPicPr preferRelativeResize="0"/>
          <p:nvPr/>
        </p:nvPicPr>
        <p:blipFill>
          <a:blip r:embed="rId4">
            <a:alphaModFix/>
          </a:blip>
          <a:stretch>
            <a:fillRect/>
          </a:stretch>
        </p:blipFill>
        <p:spPr>
          <a:xfrm>
            <a:off x="1924747" y="741250"/>
            <a:ext cx="815326" cy="611494"/>
          </a:xfrm>
          <a:prstGeom prst="rect">
            <a:avLst/>
          </a:prstGeom>
          <a:noFill/>
          <a:ln>
            <a:noFill/>
          </a:ln>
        </p:spPr>
      </p:pic>
      <p:pic>
        <p:nvPicPr>
          <p:cNvPr id="331" name="Google Shape;331;p33"/>
          <p:cNvPicPr preferRelativeResize="0"/>
          <p:nvPr/>
        </p:nvPicPr>
        <p:blipFill rotWithShape="1">
          <a:blip r:embed="rId5">
            <a:alphaModFix/>
          </a:blip>
          <a:srcRect b="1590" l="21919" r="22332" t="2024"/>
          <a:stretch/>
        </p:blipFill>
        <p:spPr>
          <a:xfrm>
            <a:off x="716425" y="238675"/>
            <a:ext cx="610515" cy="594600"/>
          </a:xfrm>
          <a:prstGeom prst="rect">
            <a:avLst/>
          </a:prstGeom>
          <a:noFill/>
          <a:ln>
            <a:noFill/>
          </a:ln>
        </p:spPr>
      </p:pic>
      <p:pic>
        <p:nvPicPr>
          <p:cNvPr id="332" name="Google Shape;332;p33"/>
          <p:cNvPicPr preferRelativeResize="0"/>
          <p:nvPr/>
        </p:nvPicPr>
        <p:blipFill>
          <a:blip r:embed="rId6">
            <a:alphaModFix/>
          </a:blip>
          <a:stretch>
            <a:fillRect/>
          </a:stretch>
        </p:blipFill>
        <p:spPr>
          <a:xfrm>
            <a:off x="3337875" y="227771"/>
            <a:ext cx="610525" cy="610506"/>
          </a:xfrm>
          <a:prstGeom prst="rect">
            <a:avLst/>
          </a:prstGeom>
          <a:noFill/>
          <a:ln>
            <a:noFill/>
          </a:ln>
        </p:spPr>
      </p:pic>
      <p:pic>
        <p:nvPicPr>
          <p:cNvPr id="333" name="Google Shape;333;p33"/>
          <p:cNvPicPr preferRelativeResize="0"/>
          <p:nvPr/>
        </p:nvPicPr>
        <p:blipFill rotWithShape="1">
          <a:blip r:embed="rId7">
            <a:alphaModFix/>
          </a:blip>
          <a:srcRect b="22893" l="16472" r="15541" t="24599"/>
          <a:stretch/>
        </p:blipFill>
        <p:spPr>
          <a:xfrm>
            <a:off x="5204600" y="238675"/>
            <a:ext cx="1342499" cy="593320"/>
          </a:xfrm>
          <a:prstGeom prst="rect">
            <a:avLst/>
          </a:prstGeom>
          <a:noFill/>
          <a:ln>
            <a:noFill/>
          </a:ln>
        </p:spPr>
      </p:pic>
      <p:pic>
        <p:nvPicPr>
          <p:cNvPr id="334" name="Google Shape;334;p33"/>
          <p:cNvPicPr preferRelativeResize="0"/>
          <p:nvPr/>
        </p:nvPicPr>
        <p:blipFill rotWithShape="1">
          <a:blip r:embed="rId8">
            <a:alphaModFix/>
          </a:blip>
          <a:srcRect b="0" l="0" r="0" t="9665"/>
          <a:stretch/>
        </p:blipFill>
        <p:spPr>
          <a:xfrm>
            <a:off x="7173100" y="238676"/>
            <a:ext cx="1342499" cy="572706"/>
          </a:xfrm>
          <a:prstGeom prst="rect">
            <a:avLst/>
          </a:prstGeom>
          <a:noFill/>
          <a:ln>
            <a:noFill/>
          </a:ln>
        </p:spPr>
      </p:pic>
      <p:pic>
        <p:nvPicPr>
          <p:cNvPr id="335" name="Google Shape;335;p33"/>
          <p:cNvPicPr preferRelativeResize="0"/>
          <p:nvPr/>
        </p:nvPicPr>
        <p:blipFill>
          <a:blip r:embed="rId9">
            <a:alphaModFix/>
          </a:blip>
          <a:stretch>
            <a:fillRect/>
          </a:stretch>
        </p:blipFill>
        <p:spPr>
          <a:xfrm>
            <a:off x="5374700" y="1056112"/>
            <a:ext cx="1116200" cy="558100"/>
          </a:xfrm>
          <a:prstGeom prst="rect">
            <a:avLst/>
          </a:prstGeom>
          <a:noFill/>
          <a:ln>
            <a:noFill/>
          </a:ln>
        </p:spPr>
      </p:pic>
      <p:pic>
        <p:nvPicPr>
          <p:cNvPr id="336" name="Google Shape;336;p33"/>
          <p:cNvPicPr preferRelativeResize="0"/>
          <p:nvPr/>
        </p:nvPicPr>
        <p:blipFill>
          <a:blip r:embed="rId10">
            <a:alphaModFix/>
          </a:blip>
          <a:stretch>
            <a:fillRect/>
          </a:stretch>
        </p:blipFill>
        <p:spPr>
          <a:xfrm>
            <a:off x="1778437" y="3680075"/>
            <a:ext cx="896175" cy="896175"/>
          </a:xfrm>
          <a:prstGeom prst="rect">
            <a:avLst/>
          </a:prstGeom>
          <a:noFill/>
          <a:ln>
            <a:noFill/>
          </a:ln>
        </p:spPr>
      </p:pic>
      <p:pic>
        <p:nvPicPr>
          <p:cNvPr id="337" name="Google Shape;337;p33"/>
          <p:cNvPicPr preferRelativeResize="0"/>
          <p:nvPr/>
        </p:nvPicPr>
        <p:blipFill rotWithShape="1">
          <a:blip r:embed="rId11">
            <a:alphaModFix/>
          </a:blip>
          <a:srcRect b="10293" l="21330" r="21864" t="9100"/>
          <a:stretch/>
        </p:blipFill>
        <p:spPr>
          <a:xfrm>
            <a:off x="5056950" y="3855875"/>
            <a:ext cx="1021485" cy="815324"/>
          </a:xfrm>
          <a:prstGeom prst="rect">
            <a:avLst/>
          </a:prstGeom>
          <a:noFill/>
          <a:ln>
            <a:noFill/>
          </a:ln>
        </p:spPr>
      </p:pic>
      <p:pic>
        <p:nvPicPr>
          <p:cNvPr id="338" name="Google Shape;338;p33"/>
          <p:cNvPicPr preferRelativeResize="0"/>
          <p:nvPr/>
        </p:nvPicPr>
        <p:blipFill>
          <a:blip r:embed="rId12">
            <a:alphaModFix/>
          </a:blip>
          <a:stretch>
            <a:fillRect/>
          </a:stretch>
        </p:blipFill>
        <p:spPr>
          <a:xfrm>
            <a:off x="6411100" y="3855875"/>
            <a:ext cx="815325" cy="815325"/>
          </a:xfrm>
          <a:prstGeom prst="rect">
            <a:avLst/>
          </a:prstGeom>
          <a:noFill/>
          <a:ln>
            <a:noFill/>
          </a:ln>
        </p:spPr>
      </p:pic>
      <p:pic>
        <p:nvPicPr>
          <p:cNvPr id="339" name="Google Shape;339;p33"/>
          <p:cNvPicPr preferRelativeResize="0"/>
          <p:nvPr/>
        </p:nvPicPr>
        <p:blipFill rotWithShape="1">
          <a:blip r:embed="rId13">
            <a:alphaModFix/>
          </a:blip>
          <a:srcRect b="23717" l="9118" r="10119" t="22490"/>
          <a:stretch/>
        </p:blipFill>
        <p:spPr>
          <a:xfrm>
            <a:off x="7501720" y="4065988"/>
            <a:ext cx="1156554" cy="395100"/>
          </a:xfrm>
          <a:prstGeom prst="rect">
            <a:avLst/>
          </a:prstGeom>
          <a:noFill/>
          <a:ln>
            <a:noFill/>
          </a:ln>
        </p:spPr>
      </p:pic>
      <p:pic>
        <p:nvPicPr>
          <p:cNvPr id="340" name="Google Shape;340;p33"/>
          <p:cNvPicPr preferRelativeResize="0"/>
          <p:nvPr/>
        </p:nvPicPr>
        <p:blipFill rotWithShape="1">
          <a:blip r:embed="rId14">
            <a:alphaModFix/>
          </a:blip>
          <a:srcRect b="16216" l="18297" r="18347" t="18501"/>
          <a:stretch/>
        </p:blipFill>
        <p:spPr>
          <a:xfrm>
            <a:off x="7555850" y="1024975"/>
            <a:ext cx="541604" cy="558125"/>
          </a:xfrm>
          <a:prstGeom prst="rect">
            <a:avLst/>
          </a:prstGeom>
          <a:noFill/>
          <a:ln>
            <a:noFill/>
          </a:ln>
        </p:spPr>
      </p:pic>
      <p:sp>
        <p:nvSpPr>
          <p:cNvPr id="341" name="Google Shape;341;p33"/>
          <p:cNvSpPr txBox="1"/>
          <p:nvPr/>
        </p:nvSpPr>
        <p:spPr>
          <a:xfrm>
            <a:off x="1177425" y="4694575"/>
            <a:ext cx="2098200" cy="39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900">
                <a:solidFill>
                  <a:schemeClr val="dk1"/>
                </a:solidFill>
                <a:latin typeface="Lato"/>
                <a:ea typeface="Lato"/>
                <a:cs typeface="Lato"/>
                <a:sym typeface="Lato"/>
              </a:rPr>
              <a:t>Tangible Engine V.2</a:t>
            </a:r>
            <a:endParaRPr sz="900">
              <a:solidFill>
                <a:schemeClr val="dk1"/>
              </a:solidFill>
              <a:latin typeface="Lato"/>
              <a:ea typeface="Lato"/>
              <a:cs typeface="Lato"/>
              <a:sym typeface="Lato"/>
            </a:endParaRPr>
          </a:p>
          <a:p>
            <a:pPr indent="0" lvl="0" marL="0" rtl="0" algn="ctr">
              <a:spcBef>
                <a:spcPts val="0"/>
              </a:spcBef>
              <a:spcAft>
                <a:spcPts val="0"/>
              </a:spcAft>
              <a:buNone/>
            </a:pPr>
            <a:r>
              <a:rPr lang="es" sz="900">
                <a:solidFill>
                  <a:schemeClr val="dk1"/>
                </a:solidFill>
                <a:latin typeface="Lato"/>
                <a:ea typeface="Lato"/>
                <a:cs typeface="Lato"/>
                <a:sym typeface="Lato"/>
              </a:rPr>
              <a:t>Ideum</a:t>
            </a:r>
            <a:endParaRPr sz="9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pic>
        <p:nvPicPr>
          <p:cNvPr id="346" name="Google Shape;346;p34"/>
          <p:cNvPicPr preferRelativeResize="0"/>
          <p:nvPr/>
        </p:nvPicPr>
        <p:blipFill rotWithShape="1">
          <a:blip r:embed="rId3">
            <a:alphaModFix/>
          </a:blip>
          <a:srcRect b="0" l="0" r="0" t="15361"/>
          <a:stretch/>
        </p:blipFill>
        <p:spPr>
          <a:xfrm>
            <a:off x="-625" y="0"/>
            <a:ext cx="9144000" cy="5143500"/>
          </a:xfrm>
          <a:prstGeom prst="rect">
            <a:avLst/>
          </a:prstGeom>
          <a:noFill/>
          <a:ln>
            <a:noFill/>
          </a:ln>
        </p:spPr>
      </p:pic>
      <p:sp>
        <p:nvSpPr>
          <p:cNvPr id="347" name="Google Shape;347;p34"/>
          <p:cNvSpPr/>
          <p:nvPr/>
        </p:nvSpPr>
        <p:spPr>
          <a:xfrm>
            <a:off x="-600" y="150"/>
            <a:ext cx="9144000" cy="5143500"/>
          </a:xfrm>
          <a:prstGeom prst="rect">
            <a:avLst/>
          </a:prstGeom>
          <a:solidFill>
            <a:srgbClr val="F8FFEF">
              <a:alpha val="45100"/>
            </a:srgbClr>
          </a:solidFill>
          <a:ln cap="flat" cmpd="sng" w="9525">
            <a:solidFill>
              <a:schemeClr val="dk2"/>
            </a:solidFill>
            <a:prstDash val="solid"/>
            <a:round/>
            <a:headEnd len="sm" w="sm" type="none"/>
            <a:tailEnd len="sm" w="sm" type="none"/>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4"/>
          <p:cNvSpPr/>
          <p:nvPr/>
        </p:nvSpPr>
        <p:spPr>
          <a:xfrm>
            <a:off x="0" y="1076325"/>
            <a:ext cx="4621800" cy="1552800"/>
          </a:xfrm>
          <a:prstGeom prst="rect">
            <a:avLst/>
          </a:prstGeom>
          <a:solidFill>
            <a:srgbClr val="F8FFEF">
              <a:alpha val="9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4"/>
          <p:cNvSpPr/>
          <p:nvPr/>
        </p:nvSpPr>
        <p:spPr>
          <a:xfrm>
            <a:off x="-704850" y="1211175"/>
            <a:ext cx="1283100" cy="1283100"/>
          </a:xfrm>
          <a:prstGeom prst="ellipse">
            <a:avLst/>
          </a:prstGeom>
          <a:solidFill>
            <a:srgbClr val="755B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sp>
        <p:nvSpPr>
          <p:cNvPr id="350" name="Google Shape;350;p34"/>
          <p:cNvSpPr txBox="1"/>
          <p:nvPr>
            <p:ph type="title"/>
          </p:nvPr>
        </p:nvSpPr>
        <p:spPr>
          <a:xfrm>
            <a:off x="536325" y="1465050"/>
            <a:ext cx="378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s" sz="2400"/>
              <a:t>MODELO PROPUESTO</a:t>
            </a:r>
            <a:endParaRPr b="0" sz="24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5"/>
          <p:cNvSpPr/>
          <p:nvPr/>
        </p:nvSpPr>
        <p:spPr>
          <a:xfrm>
            <a:off x="152550" y="-16200"/>
            <a:ext cx="908400" cy="5159700"/>
          </a:xfrm>
          <a:prstGeom prst="rect">
            <a:avLst/>
          </a:prstGeom>
          <a:solidFill>
            <a:srgbClr val="97C160">
              <a:alpha val="294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5"/>
          <p:cNvSpPr txBox="1"/>
          <p:nvPr>
            <p:ph idx="1" type="body"/>
          </p:nvPr>
        </p:nvSpPr>
        <p:spPr>
          <a:xfrm rot="-5400000">
            <a:off x="-1776000" y="2273550"/>
            <a:ext cx="4765500" cy="60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a:t>MODELO ARQUITECTURAL</a:t>
            </a:r>
            <a:endParaRPr/>
          </a:p>
        </p:txBody>
      </p:sp>
      <p:pic>
        <p:nvPicPr>
          <p:cNvPr id="357" name="Google Shape;357;p35">
            <a:hlinkClick r:id="rId3"/>
          </p:cNvPr>
          <p:cNvPicPr preferRelativeResize="0"/>
          <p:nvPr/>
        </p:nvPicPr>
        <p:blipFill>
          <a:blip r:embed="rId4">
            <a:alphaModFix/>
          </a:blip>
          <a:stretch>
            <a:fillRect/>
          </a:stretch>
        </p:blipFill>
        <p:spPr>
          <a:xfrm>
            <a:off x="1735025" y="122125"/>
            <a:ext cx="6849379" cy="4884050"/>
          </a:xfrm>
          <a:prstGeom prst="rect">
            <a:avLst/>
          </a:prstGeom>
          <a:noFill/>
          <a:ln>
            <a:noFill/>
          </a:ln>
        </p:spPr>
      </p:pic>
      <p:grpSp>
        <p:nvGrpSpPr>
          <p:cNvPr id="358" name="Google Shape;358;p35"/>
          <p:cNvGrpSpPr/>
          <p:nvPr/>
        </p:nvGrpSpPr>
        <p:grpSpPr>
          <a:xfrm>
            <a:off x="260988" y="419217"/>
            <a:ext cx="691500" cy="492154"/>
            <a:chOff x="6890293" y="3364751"/>
            <a:chExt cx="3074700" cy="2188325"/>
          </a:xfrm>
        </p:grpSpPr>
        <p:pic>
          <p:nvPicPr>
            <p:cNvPr id="359" name="Google Shape;359;p35"/>
            <p:cNvPicPr preferRelativeResize="0"/>
            <p:nvPr/>
          </p:nvPicPr>
          <p:blipFill>
            <a:blip r:embed="rId5">
              <a:alphaModFix/>
            </a:blip>
            <a:stretch>
              <a:fillRect/>
            </a:stretch>
          </p:blipFill>
          <p:spPr>
            <a:xfrm>
              <a:off x="8387123" y="4048700"/>
              <a:ext cx="1577870" cy="1298572"/>
            </a:xfrm>
            <a:prstGeom prst="rect">
              <a:avLst/>
            </a:prstGeom>
            <a:noFill/>
            <a:ln>
              <a:noFill/>
            </a:ln>
          </p:spPr>
        </p:pic>
        <p:pic>
          <p:nvPicPr>
            <p:cNvPr id="360" name="Google Shape;360;p35"/>
            <p:cNvPicPr preferRelativeResize="0"/>
            <p:nvPr/>
          </p:nvPicPr>
          <p:blipFill>
            <a:blip r:embed="rId5">
              <a:alphaModFix/>
            </a:blip>
            <a:stretch>
              <a:fillRect/>
            </a:stretch>
          </p:blipFill>
          <p:spPr>
            <a:xfrm flipH="1">
              <a:off x="6890293" y="4254504"/>
              <a:ext cx="1577870" cy="1298572"/>
            </a:xfrm>
            <a:prstGeom prst="rect">
              <a:avLst/>
            </a:prstGeom>
            <a:noFill/>
            <a:ln>
              <a:noFill/>
            </a:ln>
          </p:spPr>
        </p:pic>
        <p:pic>
          <p:nvPicPr>
            <p:cNvPr id="361" name="Google Shape;361;p35"/>
            <p:cNvPicPr preferRelativeResize="0"/>
            <p:nvPr/>
          </p:nvPicPr>
          <p:blipFill>
            <a:blip r:embed="rId5">
              <a:alphaModFix/>
            </a:blip>
            <a:stretch>
              <a:fillRect/>
            </a:stretch>
          </p:blipFill>
          <p:spPr>
            <a:xfrm rot="-3887955">
              <a:off x="7703705" y="3616333"/>
              <a:ext cx="1163998" cy="957939"/>
            </a:xfrm>
            <a:prstGeom prst="rect">
              <a:avLst/>
            </a:prstGeom>
            <a:noFill/>
            <a:ln>
              <a:noFill/>
            </a:ln>
          </p:spPr>
        </p:pic>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6"/>
          <p:cNvSpPr/>
          <p:nvPr/>
        </p:nvSpPr>
        <p:spPr>
          <a:xfrm>
            <a:off x="3606307" y="1184555"/>
            <a:ext cx="2870400" cy="2870400"/>
          </a:xfrm>
          <a:prstGeom prst="ellipse">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6"/>
          <p:cNvSpPr/>
          <p:nvPr/>
        </p:nvSpPr>
        <p:spPr>
          <a:xfrm>
            <a:off x="152550" y="-16200"/>
            <a:ext cx="908400" cy="5159700"/>
          </a:xfrm>
          <a:prstGeom prst="rect">
            <a:avLst/>
          </a:prstGeom>
          <a:solidFill>
            <a:srgbClr val="97C160">
              <a:alpha val="294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6"/>
          <p:cNvSpPr txBox="1"/>
          <p:nvPr>
            <p:ph idx="1" type="body"/>
          </p:nvPr>
        </p:nvSpPr>
        <p:spPr>
          <a:xfrm rot="-5400000">
            <a:off x="-1770300" y="2259175"/>
            <a:ext cx="4754100" cy="60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a:t>RECORRIDOS TEMÁTICOS</a:t>
            </a:r>
            <a:endParaRPr/>
          </a:p>
        </p:txBody>
      </p:sp>
      <p:grpSp>
        <p:nvGrpSpPr>
          <p:cNvPr id="369" name="Google Shape;369;p36"/>
          <p:cNvGrpSpPr/>
          <p:nvPr/>
        </p:nvGrpSpPr>
        <p:grpSpPr>
          <a:xfrm>
            <a:off x="260988" y="419217"/>
            <a:ext cx="691500" cy="492154"/>
            <a:chOff x="6890293" y="3364751"/>
            <a:chExt cx="3074700" cy="2188325"/>
          </a:xfrm>
        </p:grpSpPr>
        <p:pic>
          <p:nvPicPr>
            <p:cNvPr id="370" name="Google Shape;370;p36"/>
            <p:cNvPicPr preferRelativeResize="0"/>
            <p:nvPr/>
          </p:nvPicPr>
          <p:blipFill>
            <a:blip r:embed="rId3">
              <a:alphaModFix/>
            </a:blip>
            <a:stretch>
              <a:fillRect/>
            </a:stretch>
          </p:blipFill>
          <p:spPr>
            <a:xfrm>
              <a:off x="8387123" y="4048700"/>
              <a:ext cx="1577870" cy="1298572"/>
            </a:xfrm>
            <a:prstGeom prst="rect">
              <a:avLst/>
            </a:prstGeom>
            <a:noFill/>
            <a:ln>
              <a:noFill/>
            </a:ln>
          </p:spPr>
        </p:pic>
        <p:pic>
          <p:nvPicPr>
            <p:cNvPr id="371" name="Google Shape;371;p36"/>
            <p:cNvPicPr preferRelativeResize="0"/>
            <p:nvPr/>
          </p:nvPicPr>
          <p:blipFill>
            <a:blip r:embed="rId3">
              <a:alphaModFix/>
            </a:blip>
            <a:stretch>
              <a:fillRect/>
            </a:stretch>
          </p:blipFill>
          <p:spPr>
            <a:xfrm flipH="1">
              <a:off x="6890293" y="4254504"/>
              <a:ext cx="1577870" cy="1298572"/>
            </a:xfrm>
            <a:prstGeom prst="rect">
              <a:avLst/>
            </a:prstGeom>
            <a:noFill/>
            <a:ln>
              <a:noFill/>
            </a:ln>
          </p:spPr>
        </p:pic>
        <p:pic>
          <p:nvPicPr>
            <p:cNvPr id="372" name="Google Shape;372;p36"/>
            <p:cNvPicPr preferRelativeResize="0"/>
            <p:nvPr/>
          </p:nvPicPr>
          <p:blipFill>
            <a:blip r:embed="rId3">
              <a:alphaModFix/>
            </a:blip>
            <a:stretch>
              <a:fillRect/>
            </a:stretch>
          </p:blipFill>
          <p:spPr>
            <a:xfrm rot="-3887955">
              <a:off x="7703705" y="3616333"/>
              <a:ext cx="1163998" cy="957939"/>
            </a:xfrm>
            <a:prstGeom prst="rect">
              <a:avLst/>
            </a:prstGeom>
            <a:noFill/>
            <a:ln>
              <a:noFill/>
            </a:ln>
          </p:spPr>
        </p:pic>
      </p:grpSp>
      <p:sp>
        <p:nvSpPr>
          <p:cNvPr id="373" name="Google Shape;373;p36"/>
          <p:cNvSpPr/>
          <p:nvPr/>
        </p:nvSpPr>
        <p:spPr>
          <a:xfrm>
            <a:off x="3062650" y="1737338"/>
            <a:ext cx="1227300" cy="1227300"/>
          </a:xfrm>
          <a:prstGeom prst="ellipse">
            <a:avLst/>
          </a:prstGeom>
          <a:solidFill>
            <a:srgbClr val="97C1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6"/>
          <p:cNvSpPr/>
          <p:nvPr/>
        </p:nvSpPr>
        <p:spPr>
          <a:xfrm>
            <a:off x="3392629" y="1766008"/>
            <a:ext cx="189900" cy="189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6"/>
          <p:cNvSpPr txBox="1"/>
          <p:nvPr/>
        </p:nvSpPr>
        <p:spPr>
          <a:xfrm>
            <a:off x="3131138" y="2110175"/>
            <a:ext cx="1130100" cy="53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a:solidFill>
                  <a:schemeClr val="lt1"/>
                </a:solidFill>
                <a:latin typeface="Lora SemiBold"/>
                <a:ea typeface="Lora SemiBold"/>
                <a:cs typeface="Lora SemiBold"/>
                <a:sym typeface="Lora SemiBold"/>
              </a:rPr>
              <a:t>Sendero</a:t>
            </a:r>
            <a:endParaRPr>
              <a:solidFill>
                <a:schemeClr val="lt1"/>
              </a:solidFill>
              <a:latin typeface="Lora SemiBold"/>
              <a:ea typeface="Lora SemiBold"/>
              <a:cs typeface="Lora SemiBold"/>
              <a:sym typeface="Lora SemiBold"/>
            </a:endParaRPr>
          </a:p>
          <a:p>
            <a:pPr indent="0" lvl="0" marL="0" rtl="0" algn="ctr">
              <a:spcBef>
                <a:spcPts val="0"/>
              </a:spcBef>
              <a:spcAft>
                <a:spcPts val="0"/>
              </a:spcAft>
              <a:buNone/>
            </a:pPr>
            <a:r>
              <a:rPr lang="es">
                <a:solidFill>
                  <a:schemeClr val="lt1"/>
                </a:solidFill>
                <a:latin typeface="Lora SemiBold"/>
                <a:ea typeface="Lora SemiBold"/>
                <a:cs typeface="Lora SemiBold"/>
                <a:sym typeface="Lora SemiBold"/>
              </a:rPr>
              <a:t>Evolución</a:t>
            </a:r>
            <a:endParaRPr>
              <a:solidFill>
                <a:schemeClr val="lt1"/>
              </a:solidFill>
              <a:latin typeface="Lora SemiBold"/>
              <a:ea typeface="Lora SemiBold"/>
              <a:cs typeface="Lora SemiBold"/>
              <a:sym typeface="Lora SemiBold"/>
            </a:endParaRPr>
          </a:p>
        </p:txBody>
      </p:sp>
      <p:sp>
        <p:nvSpPr>
          <p:cNvPr id="376" name="Google Shape;376;p36"/>
          <p:cNvSpPr/>
          <p:nvPr/>
        </p:nvSpPr>
        <p:spPr>
          <a:xfrm>
            <a:off x="4495755" y="730750"/>
            <a:ext cx="1227300" cy="1227300"/>
          </a:xfrm>
          <a:prstGeom prst="ellipse">
            <a:avLst/>
          </a:prstGeom>
          <a:solidFill>
            <a:srgbClr val="97C1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6"/>
          <p:cNvSpPr/>
          <p:nvPr/>
        </p:nvSpPr>
        <p:spPr>
          <a:xfrm>
            <a:off x="4825733" y="759420"/>
            <a:ext cx="189900" cy="189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6"/>
          <p:cNvSpPr txBox="1"/>
          <p:nvPr/>
        </p:nvSpPr>
        <p:spPr>
          <a:xfrm>
            <a:off x="4564242" y="1103588"/>
            <a:ext cx="1130100" cy="53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a:solidFill>
                  <a:schemeClr val="lt1"/>
                </a:solidFill>
                <a:latin typeface="Lora SemiBold"/>
                <a:ea typeface="Lora SemiBold"/>
                <a:cs typeface="Lora SemiBold"/>
                <a:sym typeface="Lora SemiBold"/>
              </a:rPr>
              <a:t>Sendero</a:t>
            </a:r>
            <a:endParaRPr>
              <a:solidFill>
                <a:schemeClr val="lt1"/>
              </a:solidFill>
              <a:latin typeface="Lora SemiBold"/>
              <a:ea typeface="Lora SemiBold"/>
              <a:cs typeface="Lora SemiBold"/>
              <a:sym typeface="Lora SemiBold"/>
            </a:endParaRPr>
          </a:p>
          <a:p>
            <a:pPr indent="0" lvl="0" marL="0" rtl="0" algn="ctr">
              <a:spcBef>
                <a:spcPts val="0"/>
              </a:spcBef>
              <a:spcAft>
                <a:spcPts val="0"/>
              </a:spcAft>
              <a:buNone/>
            </a:pPr>
            <a:r>
              <a:rPr lang="es">
                <a:solidFill>
                  <a:schemeClr val="lt1"/>
                </a:solidFill>
                <a:latin typeface="Lora SemiBold"/>
                <a:ea typeface="Lora SemiBold"/>
                <a:cs typeface="Lora SemiBold"/>
                <a:sym typeface="Lora SemiBold"/>
              </a:rPr>
              <a:t>Agua</a:t>
            </a:r>
            <a:endParaRPr>
              <a:solidFill>
                <a:schemeClr val="lt1"/>
              </a:solidFill>
              <a:latin typeface="Lora SemiBold"/>
              <a:ea typeface="Lora SemiBold"/>
              <a:cs typeface="Lora SemiBold"/>
              <a:sym typeface="Lora SemiBold"/>
            </a:endParaRPr>
          </a:p>
        </p:txBody>
      </p:sp>
      <p:sp>
        <p:nvSpPr>
          <p:cNvPr id="379" name="Google Shape;379;p36"/>
          <p:cNvSpPr/>
          <p:nvPr/>
        </p:nvSpPr>
        <p:spPr>
          <a:xfrm>
            <a:off x="5861171" y="1752950"/>
            <a:ext cx="1227300" cy="1227300"/>
          </a:xfrm>
          <a:prstGeom prst="ellipse">
            <a:avLst/>
          </a:prstGeom>
          <a:solidFill>
            <a:srgbClr val="97C1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6"/>
          <p:cNvSpPr/>
          <p:nvPr/>
        </p:nvSpPr>
        <p:spPr>
          <a:xfrm>
            <a:off x="6191149" y="1781619"/>
            <a:ext cx="189900" cy="189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6"/>
          <p:cNvSpPr txBox="1"/>
          <p:nvPr/>
        </p:nvSpPr>
        <p:spPr>
          <a:xfrm>
            <a:off x="5929658" y="2125787"/>
            <a:ext cx="1130100" cy="53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a:solidFill>
                  <a:schemeClr val="lt1"/>
                </a:solidFill>
                <a:latin typeface="Lora SemiBold"/>
                <a:ea typeface="Lora SemiBold"/>
                <a:cs typeface="Lora SemiBold"/>
                <a:sym typeface="Lora SemiBold"/>
              </a:rPr>
              <a:t>Sendero</a:t>
            </a:r>
            <a:endParaRPr>
              <a:solidFill>
                <a:schemeClr val="lt1"/>
              </a:solidFill>
              <a:latin typeface="Lora SemiBold"/>
              <a:ea typeface="Lora SemiBold"/>
              <a:cs typeface="Lora SemiBold"/>
              <a:sym typeface="Lora SemiBold"/>
            </a:endParaRPr>
          </a:p>
          <a:p>
            <a:pPr indent="0" lvl="0" marL="0" rtl="0" algn="ctr">
              <a:spcBef>
                <a:spcPts val="0"/>
              </a:spcBef>
              <a:spcAft>
                <a:spcPts val="0"/>
              </a:spcAft>
              <a:buNone/>
            </a:pPr>
            <a:r>
              <a:rPr lang="es">
                <a:solidFill>
                  <a:schemeClr val="lt1"/>
                </a:solidFill>
                <a:latin typeface="Lora SemiBold"/>
                <a:ea typeface="Lora SemiBold"/>
                <a:cs typeface="Lora SemiBold"/>
                <a:sym typeface="Lora SemiBold"/>
              </a:rPr>
              <a:t>Energía</a:t>
            </a:r>
            <a:endParaRPr>
              <a:solidFill>
                <a:schemeClr val="lt1"/>
              </a:solidFill>
              <a:latin typeface="Lora SemiBold"/>
              <a:ea typeface="Lora SemiBold"/>
              <a:cs typeface="Lora SemiBold"/>
              <a:sym typeface="Lora SemiBold"/>
            </a:endParaRPr>
          </a:p>
        </p:txBody>
      </p:sp>
      <p:sp>
        <p:nvSpPr>
          <p:cNvPr id="382" name="Google Shape;382;p36"/>
          <p:cNvSpPr/>
          <p:nvPr/>
        </p:nvSpPr>
        <p:spPr>
          <a:xfrm>
            <a:off x="3680902" y="3278832"/>
            <a:ext cx="1227300" cy="1227300"/>
          </a:xfrm>
          <a:prstGeom prst="ellipse">
            <a:avLst/>
          </a:prstGeom>
          <a:solidFill>
            <a:srgbClr val="97C1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6"/>
          <p:cNvSpPr/>
          <p:nvPr/>
        </p:nvSpPr>
        <p:spPr>
          <a:xfrm>
            <a:off x="4010880" y="3307502"/>
            <a:ext cx="189900" cy="189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6"/>
          <p:cNvSpPr txBox="1"/>
          <p:nvPr/>
        </p:nvSpPr>
        <p:spPr>
          <a:xfrm>
            <a:off x="3749389" y="3651670"/>
            <a:ext cx="1130100" cy="53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a:solidFill>
                  <a:schemeClr val="lt1"/>
                </a:solidFill>
                <a:latin typeface="Lora SemiBold"/>
                <a:ea typeface="Lora SemiBold"/>
                <a:cs typeface="Lora SemiBold"/>
                <a:sym typeface="Lora SemiBold"/>
              </a:rPr>
              <a:t>Sendero</a:t>
            </a:r>
            <a:endParaRPr>
              <a:solidFill>
                <a:schemeClr val="lt1"/>
              </a:solidFill>
              <a:latin typeface="Lora SemiBold"/>
              <a:ea typeface="Lora SemiBold"/>
              <a:cs typeface="Lora SemiBold"/>
              <a:sym typeface="Lora SemiBold"/>
            </a:endParaRPr>
          </a:p>
          <a:p>
            <a:pPr indent="0" lvl="0" marL="0" rtl="0" algn="ctr">
              <a:spcBef>
                <a:spcPts val="0"/>
              </a:spcBef>
              <a:spcAft>
                <a:spcPts val="0"/>
              </a:spcAft>
              <a:buNone/>
            </a:pPr>
            <a:r>
              <a:rPr lang="es">
                <a:solidFill>
                  <a:schemeClr val="lt1"/>
                </a:solidFill>
                <a:latin typeface="Lora SemiBold"/>
                <a:ea typeface="Lora SemiBold"/>
                <a:cs typeface="Lora SemiBold"/>
                <a:sym typeface="Lora SemiBold"/>
              </a:rPr>
              <a:t>Memoria</a:t>
            </a:r>
            <a:endParaRPr>
              <a:solidFill>
                <a:schemeClr val="lt1"/>
              </a:solidFill>
              <a:latin typeface="Lora SemiBold"/>
              <a:ea typeface="Lora SemiBold"/>
              <a:cs typeface="Lora SemiBold"/>
              <a:sym typeface="Lora SemiBold"/>
            </a:endParaRPr>
          </a:p>
        </p:txBody>
      </p:sp>
      <p:sp>
        <p:nvSpPr>
          <p:cNvPr id="385" name="Google Shape;385;p36"/>
          <p:cNvSpPr/>
          <p:nvPr/>
        </p:nvSpPr>
        <p:spPr>
          <a:xfrm>
            <a:off x="5242919" y="3278832"/>
            <a:ext cx="1227300" cy="1227300"/>
          </a:xfrm>
          <a:prstGeom prst="ellipse">
            <a:avLst/>
          </a:prstGeom>
          <a:solidFill>
            <a:srgbClr val="97C1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6"/>
          <p:cNvSpPr/>
          <p:nvPr/>
        </p:nvSpPr>
        <p:spPr>
          <a:xfrm>
            <a:off x="5572898" y="3307502"/>
            <a:ext cx="189900" cy="189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6"/>
          <p:cNvSpPr txBox="1"/>
          <p:nvPr/>
        </p:nvSpPr>
        <p:spPr>
          <a:xfrm>
            <a:off x="5311407" y="3651670"/>
            <a:ext cx="1130100" cy="53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a:solidFill>
                  <a:schemeClr val="lt1"/>
                </a:solidFill>
                <a:latin typeface="Lora SemiBold"/>
                <a:ea typeface="Lora SemiBold"/>
                <a:cs typeface="Lora SemiBold"/>
                <a:sym typeface="Lora SemiBold"/>
              </a:rPr>
              <a:t>Sendero</a:t>
            </a:r>
            <a:endParaRPr>
              <a:solidFill>
                <a:schemeClr val="lt1"/>
              </a:solidFill>
              <a:latin typeface="Lora SemiBold"/>
              <a:ea typeface="Lora SemiBold"/>
              <a:cs typeface="Lora SemiBold"/>
              <a:sym typeface="Lora SemiBold"/>
            </a:endParaRPr>
          </a:p>
          <a:p>
            <a:pPr indent="0" lvl="0" marL="0" rtl="0" algn="ctr">
              <a:spcBef>
                <a:spcPts val="0"/>
              </a:spcBef>
              <a:spcAft>
                <a:spcPts val="0"/>
              </a:spcAft>
              <a:buNone/>
            </a:pPr>
            <a:r>
              <a:rPr lang="es">
                <a:solidFill>
                  <a:schemeClr val="lt1"/>
                </a:solidFill>
                <a:latin typeface="Lora SemiBold"/>
                <a:ea typeface="Lora SemiBold"/>
                <a:cs typeface="Lora SemiBold"/>
                <a:sym typeface="Lora SemiBold"/>
              </a:rPr>
              <a:t>Suelo</a:t>
            </a:r>
            <a:endParaRPr>
              <a:solidFill>
                <a:schemeClr val="lt1"/>
              </a:solidFill>
              <a:latin typeface="Lora SemiBold"/>
              <a:ea typeface="Lora SemiBold"/>
              <a:cs typeface="Lora SemiBold"/>
              <a:sym typeface="Lora SemiBold"/>
            </a:endParaRPr>
          </a:p>
        </p:txBody>
      </p:sp>
      <p:sp>
        <p:nvSpPr>
          <p:cNvPr id="388" name="Google Shape;388;p36"/>
          <p:cNvSpPr txBox="1"/>
          <p:nvPr/>
        </p:nvSpPr>
        <p:spPr>
          <a:xfrm>
            <a:off x="5824800" y="462400"/>
            <a:ext cx="2532600" cy="72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chemeClr val="accent2"/>
                </a:solidFill>
                <a:latin typeface="Lora Medium"/>
                <a:ea typeface="Lora Medium"/>
                <a:cs typeface="Lora Medium"/>
                <a:sym typeface="Lora Medium"/>
              </a:rPr>
              <a:t>Importancia de las plantas para la conservación del agua,</a:t>
            </a:r>
            <a:endParaRPr sz="1300">
              <a:solidFill>
                <a:schemeClr val="accent2"/>
              </a:solidFill>
              <a:latin typeface="Lora Medium"/>
              <a:ea typeface="Lora Medium"/>
              <a:cs typeface="Lora Medium"/>
              <a:sym typeface="Lora Medium"/>
            </a:endParaRPr>
          </a:p>
          <a:p>
            <a:pPr indent="0" lvl="0" marL="0" rtl="0" algn="l">
              <a:spcBef>
                <a:spcPts val="0"/>
              </a:spcBef>
              <a:spcAft>
                <a:spcPts val="0"/>
              </a:spcAft>
              <a:buNone/>
            </a:pPr>
            <a:r>
              <a:rPr lang="es" sz="1300">
                <a:solidFill>
                  <a:schemeClr val="accent2"/>
                </a:solidFill>
                <a:latin typeface="Lora Medium"/>
                <a:ea typeface="Lora Medium"/>
                <a:cs typeface="Lora Medium"/>
                <a:sym typeface="Lora Medium"/>
              </a:rPr>
              <a:t>recurso fundamental para la vida.</a:t>
            </a:r>
            <a:endParaRPr sz="1300">
              <a:solidFill>
                <a:schemeClr val="accent2"/>
              </a:solidFill>
              <a:latin typeface="Lora Medium"/>
              <a:ea typeface="Lora Medium"/>
              <a:cs typeface="Lora Medium"/>
              <a:sym typeface="Lora Medium"/>
            </a:endParaRPr>
          </a:p>
          <a:p>
            <a:pPr indent="0" lvl="0" marL="0" rtl="0" algn="l">
              <a:spcBef>
                <a:spcPts val="0"/>
              </a:spcBef>
              <a:spcAft>
                <a:spcPts val="0"/>
              </a:spcAft>
              <a:buNone/>
            </a:pPr>
            <a:r>
              <a:t/>
            </a:r>
            <a:endParaRPr sz="1300">
              <a:solidFill>
                <a:schemeClr val="accent2"/>
              </a:solidFill>
              <a:latin typeface="Lora Medium"/>
              <a:ea typeface="Lora Medium"/>
              <a:cs typeface="Lora Medium"/>
              <a:sym typeface="Lora Medium"/>
            </a:endParaRPr>
          </a:p>
        </p:txBody>
      </p:sp>
      <p:sp>
        <p:nvSpPr>
          <p:cNvPr id="389" name="Google Shape;389;p36"/>
          <p:cNvSpPr txBox="1"/>
          <p:nvPr/>
        </p:nvSpPr>
        <p:spPr>
          <a:xfrm>
            <a:off x="7219600" y="1907875"/>
            <a:ext cx="1796100" cy="83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chemeClr val="accent2"/>
                </a:solidFill>
                <a:latin typeface="Lora Medium"/>
                <a:ea typeface="Lora Medium"/>
                <a:cs typeface="Lora Medium"/>
                <a:sym typeface="Lora Medium"/>
              </a:rPr>
              <a:t>C</a:t>
            </a:r>
            <a:r>
              <a:rPr lang="es" sz="1300">
                <a:solidFill>
                  <a:schemeClr val="accent2"/>
                </a:solidFill>
                <a:latin typeface="Lora Medium"/>
                <a:ea typeface="Lora Medium"/>
                <a:cs typeface="Lora Medium"/>
                <a:sym typeface="Lora Medium"/>
              </a:rPr>
              <a:t>ómo se transforma la energía para el aprovechamiento doméstico e industrial</a:t>
            </a:r>
            <a:r>
              <a:rPr lang="es" sz="1300">
                <a:solidFill>
                  <a:schemeClr val="accent2"/>
                </a:solidFill>
                <a:latin typeface="Lora Medium"/>
                <a:ea typeface="Lora Medium"/>
                <a:cs typeface="Lora Medium"/>
                <a:sym typeface="Lora Medium"/>
              </a:rPr>
              <a:t>.</a:t>
            </a:r>
            <a:endParaRPr sz="1300">
              <a:solidFill>
                <a:schemeClr val="accent2"/>
              </a:solidFill>
              <a:latin typeface="Lora Medium"/>
              <a:ea typeface="Lora Medium"/>
              <a:cs typeface="Lora Medium"/>
              <a:sym typeface="Lora Medium"/>
            </a:endParaRPr>
          </a:p>
          <a:p>
            <a:pPr indent="0" lvl="0" marL="0" rtl="0" algn="l">
              <a:spcBef>
                <a:spcPts val="0"/>
              </a:spcBef>
              <a:spcAft>
                <a:spcPts val="0"/>
              </a:spcAft>
              <a:buNone/>
            </a:pPr>
            <a:r>
              <a:t/>
            </a:r>
            <a:endParaRPr sz="1300">
              <a:solidFill>
                <a:schemeClr val="accent2"/>
              </a:solidFill>
              <a:latin typeface="Lora Medium"/>
              <a:ea typeface="Lora Medium"/>
              <a:cs typeface="Lora Medium"/>
              <a:sym typeface="Lora Medium"/>
            </a:endParaRPr>
          </a:p>
        </p:txBody>
      </p:sp>
      <p:sp>
        <p:nvSpPr>
          <p:cNvPr id="390" name="Google Shape;390;p36"/>
          <p:cNvSpPr txBox="1"/>
          <p:nvPr/>
        </p:nvSpPr>
        <p:spPr>
          <a:xfrm>
            <a:off x="6515100" y="4111850"/>
            <a:ext cx="2532600" cy="81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300">
                <a:solidFill>
                  <a:schemeClr val="accent2"/>
                </a:solidFill>
                <a:latin typeface="Lora Medium"/>
                <a:ea typeface="Lora Medium"/>
                <a:cs typeface="Lora Medium"/>
                <a:sym typeface="Lora Medium"/>
              </a:rPr>
              <a:t>“Suelo”, sus características y sus funciones, así como su importancia para las actividades agrícolas</a:t>
            </a:r>
            <a:r>
              <a:rPr lang="es" sz="1300">
                <a:solidFill>
                  <a:schemeClr val="accent2"/>
                </a:solidFill>
                <a:latin typeface="Lora Medium"/>
                <a:ea typeface="Lora Medium"/>
                <a:cs typeface="Lora Medium"/>
                <a:sym typeface="Lora Medium"/>
              </a:rPr>
              <a:t>.</a:t>
            </a:r>
            <a:endParaRPr sz="1300">
              <a:solidFill>
                <a:schemeClr val="accent2"/>
              </a:solidFill>
              <a:latin typeface="Lora Medium"/>
              <a:ea typeface="Lora Medium"/>
              <a:cs typeface="Lora Medium"/>
              <a:sym typeface="Lora Medium"/>
            </a:endParaRPr>
          </a:p>
          <a:p>
            <a:pPr indent="0" lvl="0" marL="0" rtl="0" algn="l">
              <a:spcBef>
                <a:spcPts val="0"/>
              </a:spcBef>
              <a:spcAft>
                <a:spcPts val="0"/>
              </a:spcAft>
              <a:buNone/>
            </a:pPr>
            <a:r>
              <a:t/>
            </a:r>
            <a:endParaRPr sz="1300">
              <a:solidFill>
                <a:schemeClr val="accent2"/>
              </a:solidFill>
              <a:latin typeface="Lora Medium"/>
              <a:ea typeface="Lora Medium"/>
              <a:cs typeface="Lora Medium"/>
              <a:sym typeface="Lora Medium"/>
            </a:endParaRPr>
          </a:p>
        </p:txBody>
      </p:sp>
      <p:sp>
        <p:nvSpPr>
          <p:cNvPr id="391" name="Google Shape;391;p36"/>
          <p:cNvSpPr txBox="1"/>
          <p:nvPr/>
        </p:nvSpPr>
        <p:spPr>
          <a:xfrm>
            <a:off x="1107925" y="3906325"/>
            <a:ext cx="2532600" cy="7203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1300">
                <a:solidFill>
                  <a:schemeClr val="accent2"/>
                </a:solidFill>
                <a:latin typeface="Lora Medium"/>
                <a:ea typeface="Lora Medium"/>
                <a:cs typeface="Lora Medium"/>
                <a:sym typeface="Lora Medium"/>
              </a:rPr>
              <a:t>Entrar en comunicación con las características y costumbres de algunas culturas nativas en</a:t>
            </a:r>
            <a:endParaRPr sz="1300">
              <a:solidFill>
                <a:schemeClr val="accent2"/>
              </a:solidFill>
              <a:latin typeface="Lora Medium"/>
              <a:ea typeface="Lora Medium"/>
              <a:cs typeface="Lora Medium"/>
              <a:sym typeface="Lora Medium"/>
            </a:endParaRPr>
          </a:p>
          <a:p>
            <a:pPr indent="0" lvl="0" marL="0" rtl="0" algn="r">
              <a:spcBef>
                <a:spcPts val="0"/>
              </a:spcBef>
              <a:spcAft>
                <a:spcPts val="0"/>
              </a:spcAft>
              <a:buNone/>
            </a:pPr>
            <a:r>
              <a:rPr lang="es" sz="1300">
                <a:solidFill>
                  <a:schemeClr val="accent2"/>
                </a:solidFill>
                <a:latin typeface="Lora Medium"/>
                <a:ea typeface="Lora Medium"/>
                <a:cs typeface="Lora Medium"/>
                <a:sym typeface="Lora Medium"/>
              </a:rPr>
              <a:t>Colombia</a:t>
            </a:r>
            <a:r>
              <a:rPr lang="es" sz="1300">
                <a:solidFill>
                  <a:schemeClr val="accent2"/>
                </a:solidFill>
                <a:latin typeface="Lora Medium"/>
                <a:ea typeface="Lora Medium"/>
                <a:cs typeface="Lora Medium"/>
                <a:sym typeface="Lora Medium"/>
              </a:rPr>
              <a:t>.</a:t>
            </a:r>
            <a:endParaRPr sz="1300">
              <a:solidFill>
                <a:schemeClr val="accent2"/>
              </a:solidFill>
              <a:latin typeface="Lora Medium"/>
              <a:ea typeface="Lora Medium"/>
              <a:cs typeface="Lora Medium"/>
              <a:sym typeface="Lora Medium"/>
            </a:endParaRPr>
          </a:p>
          <a:p>
            <a:pPr indent="0" lvl="0" marL="0" rtl="0" algn="r">
              <a:spcBef>
                <a:spcPts val="0"/>
              </a:spcBef>
              <a:spcAft>
                <a:spcPts val="0"/>
              </a:spcAft>
              <a:buNone/>
            </a:pPr>
            <a:r>
              <a:t/>
            </a:r>
            <a:endParaRPr sz="1300">
              <a:solidFill>
                <a:schemeClr val="accent2"/>
              </a:solidFill>
              <a:latin typeface="Lora Medium"/>
              <a:ea typeface="Lora Medium"/>
              <a:cs typeface="Lora Medium"/>
              <a:sym typeface="Lora Medium"/>
            </a:endParaRPr>
          </a:p>
        </p:txBody>
      </p:sp>
      <p:sp>
        <p:nvSpPr>
          <p:cNvPr id="392" name="Google Shape;392;p36"/>
          <p:cNvSpPr txBox="1"/>
          <p:nvPr/>
        </p:nvSpPr>
        <p:spPr>
          <a:xfrm>
            <a:off x="1162000" y="1840875"/>
            <a:ext cx="1796100" cy="1068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1300">
                <a:solidFill>
                  <a:schemeClr val="accent2"/>
                </a:solidFill>
                <a:latin typeface="Lora Medium"/>
                <a:ea typeface="Lora Medium"/>
                <a:cs typeface="Lora Medium"/>
                <a:sym typeface="Lora Medium"/>
              </a:rPr>
              <a:t>Diversidad morfológica (formas) de hojas, tallos, raíces, flores,</a:t>
            </a:r>
            <a:endParaRPr sz="1300">
              <a:solidFill>
                <a:schemeClr val="accent2"/>
              </a:solidFill>
              <a:latin typeface="Lora Medium"/>
              <a:ea typeface="Lora Medium"/>
              <a:cs typeface="Lora Medium"/>
              <a:sym typeface="Lora Medium"/>
            </a:endParaRPr>
          </a:p>
          <a:p>
            <a:pPr indent="0" lvl="0" marL="0" rtl="0" algn="r">
              <a:spcBef>
                <a:spcPts val="0"/>
              </a:spcBef>
              <a:spcAft>
                <a:spcPts val="0"/>
              </a:spcAft>
              <a:buNone/>
            </a:pPr>
            <a:r>
              <a:rPr lang="es" sz="1300">
                <a:solidFill>
                  <a:schemeClr val="accent2"/>
                </a:solidFill>
                <a:latin typeface="Lora Medium"/>
                <a:ea typeface="Lora Medium"/>
                <a:cs typeface="Lora Medium"/>
                <a:sym typeface="Lora Medium"/>
              </a:rPr>
              <a:t>semillas y demás estructuras de las plantas</a:t>
            </a:r>
            <a:r>
              <a:rPr lang="es" sz="1300">
                <a:solidFill>
                  <a:schemeClr val="accent2"/>
                </a:solidFill>
                <a:latin typeface="Lora Medium"/>
                <a:ea typeface="Lora Medium"/>
                <a:cs typeface="Lora Medium"/>
                <a:sym typeface="Lora Medium"/>
              </a:rPr>
              <a:t>.</a:t>
            </a:r>
            <a:endParaRPr sz="1300">
              <a:solidFill>
                <a:schemeClr val="accent2"/>
              </a:solidFill>
              <a:latin typeface="Lora Medium"/>
              <a:ea typeface="Lora Medium"/>
              <a:cs typeface="Lora Medium"/>
              <a:sym typeface="Lora Medium"/>
            </a:endParaRPr>
          </a:p>
          <a:p>
            <a:pPr indent="0" lvl="0" marL="0" rtl="0" algn="r">
              <a:spcBef>
                <a:spcPts val="0"/>
              </a:spcBef>
              <a:spcAft>
                <a:spcPts val="0"/>
              </a:spcAft>
              <a:buNone/>
            </a:pPr>
            <a:r>
              <a:t/>
            </a:r>
            <a:endParaRPr sz="1300">
              <a:solidFill>
                <a:schemeClr val="accent2"/>
              </a:solidFill>
              <a:latin typeface="Lora Medium"/>
              <a:ea typeface="Lora Medium"/>
              <a:cs typeface="Lora Medium"/>
              <a:sym typeface="Lora Medium"/>
            </a:endParaRPr>
          </a:p>
        </p:txBody>
      </p:sp>
      <p:pic>
        <p:nvPicPr>
          <p:cNvPr id="393" name="Google Shape;393;p36"/>
          <p:cNvPicPr preferRelativeResize="0"/>
          <p:nvPr/>
        </p:nvPicPr>
        <p:blipFill>
          <a:blip r:embed="rId4">
            <a:alphaModFix/>
          </a:blip>
          <a:stretch>
            <a:fillRect/>
          </a:stretch>
        </p:blipFill>
        <p:spPr>
          <a:xfrm>
            <a:off x="1132244" y="121556"/>
            <a:ext cx="2617200" cy="1392600"/>
          </a:xfrm>
          <a:prstGeom prst="ellipse">
            <a:avLst/>
          </a:prstGeom>
          <a:noFill/>
          <a:ln>
            <a:noFill/>
          </a:ln>
        </p:spPr>
      </p:pic>
      <p:pic>
        <p:nvPicPr>
          <p:cNvPr id="394" name="Google Shape;394;p36"/>
          <p:cNvPicPr preferRelativeResize="0"/>
          <p:nvPr/>
        </p:nvPicPr>
        <p:blipFill>
          <a:blip r:embed="rId5">
            <a:alphaModFix/>
          </a:blip>
          <a:stretch>
            <a:fillRect/>
          </a:stretch>
        </p:blipFill>
        <p:spPr>
          <a:xfrm>
            <a:off x="7219600" y="3134434"/>
            <a:ext cx="1378625" cy="85059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37"/>
          <p:cNvSpPr/>
          <p:nvPr/>
        </p:nvSpPr>
        <p:spPr>
          <a:xfrm>
            <a:off x="152550" y="-16200"/>
            <a:ext cx="908400" cy="5159700"/>
          </a:xfrm>
          <a:prstGeom prst="rect">
            <a:avLst/>
          </a:prstGeom>
          <a:solidFill>
            <a:srgbClr val="97C160">
              <a:alpha val="294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7"/>
          <p:cNvSpPr txBox="1"/>
          <p:nvPr>
            <p:ph idx="1" type="body"/>
          </p:nvPr>
        </p:nvSpPr>
        <p:spPr>
          <a:xfrm rot="-5400000">
            <a:off x="-1774800" y="2254700"/>
            <a:ext cx="4763100" cy="60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
              <a:t>ESCENARIOS DE TRABAJO</a:t>
            </a:r>
            <a:endParaRPr/>
          </a:p>
        </p:txBody>
      </p:sp>
      <p:grpSp>
        <p:nvGrpSpPr>
          <p:cNvPr id="401" name="Google Shape;401;p37"/>
          <p:cNvGrpSpPr/>
          <p:nvPr/>
        </p:nvGrpSpPr>
        <p:grpSpPr>
          <a:xfrm>
            <a:off x="260988" y="419217"/>
            <a:ext cx="691500" cy="492154"/>
            <a:chOff x="6890293" y="3364751"/>
            <a:chExt cx="3074700" cy="2188325"/>
          </a:xfrm>
        </p:grpSpPr>
        <p:pic>
          <p:nvPicPr>
            <p:cNvPr id="402" name="Google Shape;402;p37"/>
            <p:cNvPicPr preferRelativeResize="0"/>
            <p:nvPr/>
          </p:nvPicPr>
          <p:blipFill>
            <a:blip r:embed="rId3">
              <a:alphaModFix/>
            </a:blip>
            <a:stretch>
              <a:fillRect/>
            </a:stretch>
          </p:blipFill>
          <p:spPr>
            <a:xfrm>
              <a:off x="8387123" y="4048700"/>
              <a:ext cx="1577870" cy="1298572"/>
            </a:xfrm>
            <a:prstGeom prst="rect">
              <a:avLst/>
            </a:prstGeom>
            <a:noFill/>
            <a:ln>
              <a:noFill/>
            </a:ln>
          </p:spPr>
        </p:pic>
        <p:pic>
          <p:nvPicPr>
            <p:cNvPr id="403" name="Google Shape;403;p37"/>
            <p:cNvPicPr preferRelativeResize="0"/>
            <p:nvPr/>
          </p:nvPicPr>
          <p:blipFill>
            <a:blip r:embed="rId3">
              <a:alphaModFix/>
            </a:blip>
            <a:stretch>
              <a:fillRect/>
            </a:stretch>
          </p:blipFill>
          <p:spPr>
            <a:xfrm flipH="1">
              <a:off x="6890293" y="4254504"/>
              <a:ext cx="1577870" cy="1298572"/>
            </a:xfrm>
            <a:prstGeom prst="rect">
              <a:avLst/>
            </a:prstGeom>
            <a:noFill/>
            <a:ln>
              <a:noFill/>
            </a:ln>
          </p:spPr>
        </p:pic>
        <p:pic>
          <p:nvPicPr>
            <p:cNvPr id="404" name="Google Shape;404;p37"/>
            <p:cNvPicPr preferRelativeResize="0"/>
            <p:nvPr/>
          </p:nvPicPr>
          <p:blipFill>
            <a:blip r:embed="rId3">
              <a:alphaModFix/>
            </a:blip>
            <a:stretch>
              <a:fillRect/>
            </a:stretch>
          </p:blipFill>
          <p:spPr>
            <a:xfrm rot="-3887955">
              <a:off x="7703705" y="3616333"/>
              <a:ext cx="1163998" cy="957939"/>
            </a:xfrm>
            <a:prstGeom prst="rect">
              <a:avLst/>
            </a:prstGeom>
            <a:noFill/>
            <a:ln>
              <a:noFill/>
            </a:ln>
          </p:spPr>
        </p:pic>
      </p:grpSp>
      <p:pic>
        <p:nvPicPr>
          <p:cNvPr id="405" name="Google Shape;405;p37"/>
          <p:cNvPicPr preferRelativeResize="0"/>
          <p:nvPr/>
        </p:nvPicPr>
        <p:blipFill>
          <a:blip r:embed="rId4">
            <a:alphaModFix/>
          </a:blip>
          <a:stretch>
            <a:fillRect/>
          </a:stretch>
        </p:blipFill>
        <p:spPr>
          <a:xfrm>
            <a:off x="1618125" y="570900"/>
            <a:ext cx="2985326" cy="1515025"/>
          </a:xfrm>
          <a:prstGeom prst="rect">
            <a:avLst/>
          </a:prstGeom>
          <a:noFill/>
          <a:ln>
            <a:noFill/>
          </a:ln>
        </p:spPr>
      </p:pic>
      <p:pic>
        <p:nvPicPr>
          <p:cNvPr id="406" name="Google Shape;406;p37"/>
          <p:cNvPicPr preferRelativeResize="0"/>
          <p:nvPr/>
        </p:nvPicPr>
        <p:blipFill>
          <a:blip r:embed="rId5">
            <a:alphaModFix/>
          </a:blip>
          <a:stretch>
            <a:fillRect/>
          </a:stretch>
        </p:blipFill>
        <p:spPr>
          <a:xfrm>
            <a:off x="5330100" y="533400"/>
            <a:ext cx="2939601" cy="1607426"/>
          </a:xfrm>
          <a:prstGeom prst="rect">
            <a:avLst/>
          </a:prstGeom>
          <a:noFill/>
          <a:ln>
            <a:noFill/>
          </a:ln>
        </p:spPr>
      </p:pic>
      <p:pic>
        <p:nvPicPr>
          <p:cNvPr id="407" name="Google Shape;407;p37"/>
          <p:cNvPicPr preferRelativeResize="0"/>
          <p:nvPr/>
        </p:nvPicPr>
        <p:blipFill>
          <a:blip r:embed="rId6">
            <a:alphaModFix/>
          </a:blip>
          <a:stretch>
            <a:fillRect/>
          </a:stretch>
        </p:blipFill>
        <p:spPr>
          <a:xfrm>
            <a:off x="5330098" y="2807050"/>
            <a:ext cx="2939602" cy="1570675"/>
          </a:xfrm>
          <a:prstGeom prst="rect">
            <a:avLst/>
          </a:prstGeom>
          <a:noFill/>
          <a:ln>
            <a:noFill/>
          </a:ln>
        </p:spPr>
      </p:pic>
      <p:pic>
        <p:nvPicPr>
          <p:cNvPr id="408" name="Google Shape;408;p37"/>
          <p:cNvPicPr preferRelativeResize="0"/>
          <p:nvPr/>
        </p:nvPicPr>
        <p:blipFill>
          <a:blip r:embed="rId7">
            <a:alphaModFix/>
          </a:blip>
          <a:stretch>
            <a:fillRect/>
          </a:stretch>
        </p:blipFill>
        <p:spPr>
          <a:xfrm>
            <a:off x="1618125" y="2796511"/>
            <a:ext cx="2985324" cy="157066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pic>
        <p:nvPicPr>
          <p:cNvPr id="413" name="Google Shape;413;p38"/>
          <p:cNvPicPr preferRelativeResize="0"/>
          <p:nvPr/>
        </p:nvPicPr>
        <p:blipFill rotWithShape="1">
          <a:blip r:embed="rId3">
            <a:alphaModFix/>
          </a:blip>
          <a:srcRect b="0" l="0" r="0" t="15361"/>
          <a:stretch/>
        </p:blipFill>
        <p:spPr>
          <a:xfrm>
            <a:off x="-625" y="0"/>
            <a:ext cx="9144000" cy="5143500"/>
          </a:xfrm>
          <a:prstGeom prst="rect">
            <a:avLst/>
          </a:prstGeom>
          <a:noFill/>
          <a:ln>
            <a:noFill/>
          </a:ln>
        </p:spPr>
      </p:pic>
      <p:sp>
        <p:nvSpPr>
          <p:cNvPr id="414" name="Google Shape;414;p38"/>
          <p:cNvSpPr/>
          <p:nvPr/>
        </p:nvSpPr>
        <p:spPr>
          <a:xfrm>
            <a:off x="-600" y="150"/>
            <a:ext cx="9144000" cy="5143500"/>
          </a:xfrm>
          <a:prstGeom prst="rect">
            <a:avLst/>
          </a:prstGeom>
          <a:solidFill>
            <a:srgbClr val="F8FFEF">
              <a:alpha val="45100"/>
            </a:srgbClr>
          </a:solidFill>
          <a:ln cap="flat" cmpd="sng" w="9525">
            <a:solidFill>
              <a:schemeClr val="dk2"/>
            </a:solidFill>
            <a:prstDash val="solid"/>
            <a:round/>
            <a:headEnd len="sm" w="sm" type="none"/>
            <a:tailEnd len="sm" w="sm" type="none"/>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8"/>
          <p:cNvSpPr/>
          <p:nvPr/>
        </p:nvSpPr>
        <p:spPr>
          <a:xfrm>
            <a:off x="0" y="1076325"/>
            <a:ext cx="4621800" cy="1552800"/>
          </a:xfrm>
          <a:prstGeom prst="rect">
            <a:avLst/>
          </a:prstGeom>
          <a:solidFill>
            <a:srgbClr val="F8FFEF">
              <a:alpha val="9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8"/>
          <p:cNvSpPr/>
          <p:nvPr/>
        </p:nvSpPr>
        <p:spPr>
          <a:xfrm>
            <a:off x="-704850" y="1211175"/>
            <a:ext cx="1283100" cy="1283100"/>
          </a:xfrm>
          <a:prstGeom prst="ellipse">
            <a:avLst/>
          </a:prstGeom>
          <a:solidFill>
            <a:srgbClr val="755B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sp>
        <p:nvSpPr>
          <p:cNvPr id="417" name="Google Shape;417;p38"/>
          <p:cNvSpPr txBox="1"/>
          <p:nvPr>
            <p:ph type="title"/>
          </p:nvPr>
        </p:nvSpPr>
        <p:spPr>
          <a:xfrm>
            <a:off x="536325" y="1312650"/>
            <a:ext cx="378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s" sz="2400"/>
              <a:t>APLICACIÓN</a:t>
            </a:r>
            <a:endParaRPr b="0" sz="2400"/>
          </a:p>
        </p:txBody>
      </p:sp>
      <p:sp>
        <p:nvSpPr>
          <p:cNvPr id="418" name="Google Shape;418;p38"/>
          <p:cNvSpPr txBox="1"/>
          <p:nvPr/>
        </p:nvSpPr>
        <p:spPr>
          <a:xfrm>
            <a:off x="1318900" y="2096850"/>
            <a:ext cx="2356200" cy="47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755B60"/>
                </a:solidFill>
                <a:latin typeface="Lora SemiBold"/>
                <a:ea typeface="Lora SemiBold"/>
                <a:cs typeface="Lora SemiBold"/>
                <a:sym typeface="Lora SemiBold"/>
              </a:rPr>
              <a:t>GARDEN’</a:t>
            </a:r>
            <a:endParaRPr>
              <a:solidFill>
                <a:srgbClr val="755B60"/>
              </a:solidFill>
              <a:latin typeface="Lora SemiBold"/>
              <a:ea typeface="Lora SemiBold"/>
              <a:cs typeface="Lora SemiBold"/>
              <a:sym typeface="Lora SemiBold"/>
            </a:endParaRPr>
          </a:p>
          <a:p>
            <a:pPr indent="0" lvl="0" marL="0" rtl="0" algn="l">
              <a:spcBef>
                <a:spcPts val="0"/>
              </a:spcBef>
              <a:spcAft>
                <a:spcPts val="0"/>
              </a:spcAft>
              <a:buNone/>
            </a:pPr>
            <a:r>
              <a:rPr lang="es">
                <a:solidFill>
                  <a:srgbClr val="755B60"/>
                </a:solidFill>
                <a:latin typeface="Lora SemiBold"/>
                <a:ea typeface="Lora SemiBold"/>
                <a:cs typeface="Lora SemiBold"/>
                <a:sym typeface="Lora SemiBold"/>
              </a:rPr>
              <a:t>              </a:t>
            </a:r>
            <a:endParaRPr>
              <a:solidFill>
                <a:srgbClr val="755B60"/>
              </a:solidFill>
              <a:latin typeface="Lora SemiBold"/>
              <a:ea typeface="Lora SemiBold"/>
              <a:cs typeface="Lora SemiBold"/>
              <a:sym typeface="Lora SemiBold"/>
            </a:endParaRPr>
          </a:p>
        </p:txBody>
      </p:sp>
      <p:sp>
        <p:nvSpPr>
          <p:cNvPr id="419" name="Google Shape;419;p38"/>
          <p:cNvSpPr txBox="1"/>
          <p:nvPr/>
        </p:nvSpPr>
        <p:spPr>
          <a:xfrm>
            <a:off x="2046100" y="2036850"/>
            <a:ext cx="1558200" cy="59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2"/>
                </a:solidFill>
                <a:latin typeface="Lora SemiBold"/>
                <a:ea typeface="Lora SemiBold"/>
                <a:cs typeface="Lora SemiBold"/>
                <a:sym typeface="Lora SemiBold"/>
              </a:rPr>
              <a:t> </a:t>
            </a:r>
            <a:r>
              <a:rPr lang="es" sz="2800">
                <a:solidFill>
                  <a:schemeClr val="dk2"/>
                </a:solidFill>
                <a:latin typeface="Lora"/>
                <a:ea typeface="Lora"/>
                <a:cs typeface="Lora"/>
                <a:sym typeface="Lora"/>
              </a:rPr>
              <a:t>S</a:t>
            </a:r>
            <a:r>
              <a:rPr lang="es">
                <a:solidFill>
                  <a:schemeClr val="dk2"/>
                </a:solidFill>
                <a:latin typeface="Lora SemiBold"/>
                <a:ea typeface="Lora SemiBold"/>
                <a:cs typeface="Lora SemiBold"/>
                <a:sym typeface="Lora SemiBold"/>
              </a:rPr>
              <a:t>PECIES D&amp;M</a:t>
            </a:r>
            <a:endParaRPr>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7C160"/>
        </a:solidFill>
      </p:bgPr>
    </p:bg>
    <p:spTree>
      <p:nvGrpSpPr>
        <p:cNvPr id="423" name="Shape 423"/>
        <p:cNvGrpSpPr/>
        <p:nvPr/>
      </p:nvGrpSpPr>
      <p:grpSpPr>
        <a:xfrm>
          <a:off x="0" y="0"/>
          <a:ext cx="0" cy="0"/>
          <a:chOff x="0" y="0"/>
          <a:chExt cx="0" cy="0"/>
        </a:xfrm>
      </p:grpSpPr>
      <p:pic>
        <p:nvPicPr>
          <p:cNvPr id="424" name="Google Shape;424;p39" title="WhatsApp Video 2020-08-08 at 21.39.58.mp4">
            <a:hlinkClick r:id="rId3"/>
          </p:cNvPr>
          <p:cNvPicPr preferRelativeResize="0"/>
          <p:nvPr/>
        </p:nvPicPr>
        <p:blipFill>
          <a:blip r:embed="rId4">
            <a:alphaModFix/>
          </a:blip>
          <a:stretch>
            <a:fillRect/>
          </a:stretch>
        </p:blipFill>
        <p:spPr>
          <a:xfrm>
            <a:off x="1059538" y="1125725"/>
            <a:ext cx="7024925" cy="3699075"/>
          </a:xfrm>
          <a:prstGeom prst="rect">
            <a:avLst/>
          </a:prstGeom>
          <a:noFill/>
          <a:ln>
            <a:noFill/>
          </a:ln>
        </p:spPr>
      </p:pic>
      <p:grpSp>
        <p:nvGrpSpPr>
          <p:cNvPr id="425" name="Google Shape;425;p39"/>
          <p:cNvGrpSpPr/>
          <p:nvPr/>
        </p:nvGrpSpPr>
        <p:grpSpPr>
          <a:xfrm>
            <a:off x="7734183" y="3869720"/>
            <a:ext cx="2292496" cy="1631615"/>
            <a:chOff x="6890293" y="3364751"/>
            <a:chExt cx="3074700" cy="2188325"/>
          </a:xfrm>
        </p:grpSpPr>
        <p:pic>
          <p:nvPicPr>
            <p:cNvPr id="426" name="Google Shape;426;p39"/>
            <p:cNvPicPr preferRelativeResize="0"/>
            <p:nvPr/>
          </p:nvPicPr>
          <p:blipFill>
            <a:blip r:embed="rId5">
              <a:alphaModFix/>
            </a:blip>
            <a:stretch>
              <a:fillRect/>
            </a:stretch>
          </p:blipFill>
          <p:spPr>
            <a:xfrm>
              <a:off x="8387123" y="4048700"/>
              <a:ext cx="1577870" cy="1298572"/>
            </a:xfrm>
            <a:prstGeom prst="rect">
              <a:avLst/>
            </a:prstGeom>
            <a:noFill/>
            <a:ln>
              <a:noFill/>
            </a:ln>
          </p:spPr>
        </p:pic>
        <p:pic>
          <p:nvPicPr>
            <p:cNvPr id="427" name="Google Shape;427;p39"/>
            <p:cNvPicPr preferRelativeResize="0"/>
            <p:nvPr/>
          </p:nvPicPr>
          <p:blipFill>
            <a:blip r:embed="rId5">
              <a:alphaModFix/>
            </a:blip>
            <a:stretch>
              <a:fillRect/>
            </a:stretch>
          </p:blipFill>
          <p:spPr>
            <a:xfrm flipH="1">
              <a:off x="6890293" y="4254504"/>
              <a:ext cx="1577870" cy="1298572"/>
            </a:xfrm>
            <a:prstGeom prst="rect">
              <a:avLst/>
            </a:prstGeom>
            <a:noFill/>
            <a:ln>
              <a:noFill/>
            </a:ln>
          </p:spPr>
        </p:pic>
        <p:pic>
          <p:nvPicPr>
            <p:cNvPr id="428" name="Google Shape;428;p39"/>
            <p:cNvPicPr preferRelativeResize="0"/>
            <p:nvPr/>
          </p:nvPicPr>
          <p:blipFill>
            <a:blip r:embed="rId5">
              <a:alphaModFix/>
            </a:blip>
            <a:stretch>
              <a:fillRect/>
            </a:stretch>
          </p:blipFill>
          <p:spPr>
            <a:xfrm rot="-3887955">
              <a:off x="7703705" y="3616333"/>
              <a:ext cx="1163998" cy="957939"/>
            </a:xfrm>
            <a:prstGeom prst="rect">
              <a:avLst/>
            </a:prstGeom>
            <a:noFill/>
            <a:ln>
              <a:noFill/>
            </a:ln>
          </p:spPr>
        </p:pic>
      </p:grpSp>
      <p:sp>
        <p:nvSpPr>
          <p:cNvPr id="429" name="Google Shape;429;p39"/>
          <p:cNvSpPr/>
          <p:nvPr/>
        </p:nvSpPr>
        <p:spPr>
          <a:xfrm>
            <a:off x="-676275" y="1325"/>
            <a:ext cx="1283100" cy="1283100"/>
          </a:xfrm>
          <a:prstGeom prst="ellipse">
            <a:avLst/>
          </a:prstGeom>
          <a:solidFill>
            <a:srgbClr val="F8FFEF">
              <a:alpha val="9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sp>
        <p:nvSpPr>
          <p:cNvPr id="430" name="Google Shape;430;p39"/>
          <p:cNvSpPr txBox="1"/>
          <p:nvPr>
            <p:ph type="title"/>
          </p:nvPr>
        </p:nvSpPr>
        <p:spPr>
          <a:xfrm>
            <a:off x="2706825" y="365075"/>
            <a:ext cx="1575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0" lang="es" sz="2400">
                <a:solidFill>
                  <a:srgbClr val="FFFFFF"/>
                </a:solidFill>
                <a:latin typeface="Lora SemiBold"/>
                <a:ea typeface="Lora SemiBold"/>
                <a:cs typeface="Lora SemiBold"/>
                <a:sym typeface="Lora SemiBold"/>
              </a:rPr>
              <a:t>GARDEN’</a:t>
            </a:r>
            <a:endParaRPr b="0" sz="2400">
              <a:solidFill>
                <a:srgbClr val="FFFFFF"/>
              </a:solidFill>
              <a:latin typeface="Lora SemiBold"/>
              <a:ea typeface="Lora SemiBold"/>
              <a:cs typeface="Lora SemiBold"/>
              <a:sym typeface="Lora SemiBold"/>
            </a:endParaRPr>
          </a:p>
        </p:txBody>
      </p:sp>
      <p:sp>
        <p:nvSpPr>
          <p:cNvPr id="431" name="Google Shape;431;p39"/>
          <p:cNvSpPr txBox="1"/>
          <p:nvPr/>
        </p:nvSpPr>
        <p:spPr>
          <a:xfrm>
            <a:off x="3984988" y="347975"/>
            <a:ext cx="2452200" cy="51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3600">
                <a:solidFill>
                  <a:schemeClr val="lt1"/>
                </a:solidFill>
                <a:latin typeface="Lora SemiBold"/>
                <a:ea typeface="Lora SemiBold"/>
                <a:cs typeface="Lora SemiBold"/>
                <a:sym typeface="Lora SemiBold"/>
              </a:rPr>
              <a:t>S</a:t>
            </a:r>
            <a:r>
              <a:rPr lang="es" sz="2400">
                <a:solidFill>
                  <a:schemeClr val="lt1"/>
                </a:solidFill>
                <a:latin typeface="Lora SemiBold"/>
                <a:ea typeface="Lora SemiBold"/>
                <a:cs typeface="Lora SemiBold"/>
                <a:sym typeface="Lora SemiBold"/>
              </a:rPr>
              <a:t>PECIES D&amp;M</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7C160"/>
        </a:solidFill>
      </p:bgPr>
    </p:bg>
    <p:spTree>
      <p:nvGrpSpPr>
        <p:cNvPr id="435" name="Shape 435"/>
        <p:cNvGrpSpPr/>
        <p:nvPr/>
      </p:nvGrpSpPr>
      <p:grpSpPr>
        <a:xfrm>
          <a:off x="0" y="0"/>
          <a:ext cx="0" cy="0"/>
          <a:chOff x="0" y="0"/>
          <a:chExt cx="0" cy="0"/>
        </a:xfrm>
      </p:grpSpPr>
      <p:pic>
        <p:nvPicPr>
          <p:cNvPr id="436" name="Google Shape;436;p40" title="458.mp4">
            <a:hlinkClick r:id="rId3"/>
          </p:cNvPr>
          <p:cNvPicPr preferRelativeResize="0"/>
          <p:nvPr/>
        </p:nvPicPr>
        <p:blipFill>
          <a:blip r:embed="rId4">
            <a:alphaModFix/>
          </a:blip>
          <a:stretch>
            <a:fillRect/>
          </a:stretch>
        </p:blipFill>
        <p:spPr>
          <a:xfrm>
            <a:off x="1070700" y="1073950"/>
            <a:ext cx="7002598" cy="3687324"/>
          </a:xfrm>
          <a:prstGeom prst="rect">
            <a:avLst/>
          </a:prstGeom>
          <a:noFill/>
          <a:ln>
            <a:noFill/>
          </a:ln>
        </p:spPr>
      </p:pic>
      <p:grpSp>
        <p:nvGrpSpPr>
          <p:cNvPr id="437" name="Google Shape;437;p40"/>
          <p:cNvGrpSpPr/>
          <p:nvPr/>
        </p:nvGrpSpPr>
        <p:grpSpPr>
          <a:xfrm>
            <a:off x="7734183" y="3869720"/>
            <a:ext cx="2292496" cy="1631615"/>
            <a:chOff x="6890293" y="3364751"/>
            <a:chExt cx="3074700" cy="2188325"/>
          </a:xfrm>
        </p:grpSpPr>
        <p:pic>
          <p:nvPicPr>
            <p:cNvPr id="438" name="Google Shape;438;p40"/>
            <p:cNvPicPr preferRelativeResize="0"/>
            <p:nvPr/>
          </p:nvPicPr>
          <p:blipFill>
            <a:blip r:embed="rId5">
              <a:alphaModFix/>
            </a:blip>
            <a:stretch>
              <a:fillRect/>
            </a:stretch>
          </p:blipFill>
          <p:spPr>
            <a:xfrm>
              <a:off x="8387123" y="4048700"/>
              <a:ext cx="1577870" cy="1298572"/>
            </a:xfrm>
            <a:prstGeom prst="rect">
              <a:avLst/>
            </a:prstGeom>
            <a:noFill/>
            <a:ln>
              <a:noFill/>
            </a:ln>
          </p:spPr>
        </p:pic>
        <p:pic>
          <p:nvPicPr>
            <p:cNvPr id="439" name="Google Shape;439;p40"/>
            <p:cNvPicPr preferRelativeResize="0"/>
            <p:nvPr/>
          </p:nvPicPr>
          <p:blipFill>
            <a:blip r:embed="rId5">
              <a:alphaModFix/>
            </a:blip>
            <a:stretch>
              <a:fillRect/>
            </a:stretch>
          </p:blipFill>
          <p:spPr>
            <a:xfrm flipH="1">
              <a:off x="6890293" y="4254504"/>
              <a:ext cx="1577870" cy="1298572"/>
            </a:xfrm>
            <a:prstGeom prst="rect">
              <a:avLst/>
            </a:prstGeom>
            <a:noFill/>
            <a:ln>
              <a:noFill/>
            </a:ln>
          </p:spPr>
        </p:pic>
        <p:pic>
          <p:nvPicPr>
            <p:cNvPr id="440" name="Google Shape;440;p40"/>
            <p:cNvPicPr preferRelativeResize="0"/>
            <p:nvPr/>
          </p:nvPicPr>
          <p:blipFill>
            <a:blip r:embed="rId5">
              <a:alphaModFix/>
            </a:blip>
            <a:stretch>
              <a:fillRect/>
            </a:stretch>
          </p:blipFill>
          <p:spPr>
            <a:xfrm rot="-3887955">
              <a:off x="7703705" y="3616333"/>
              <a:ext cx="1163998" cy="957939"/>
            </a:xfrm>
            <a:prstGeom prst="rect">
              <a:avLst/>
            </a:prstGeom>
            <a:noFill/>
            <a:ln>
              <a:noFill/>
            </a:ln>
          </p:spPr>
        </p:pic>
      </p:grpSp>
      <p:sp>
        <p:nvSpPr>
          <p:cNvPr id="441" name="Google Shape;441;p40"/>
          <p:cNvSpPr/>
          <p:nvPr/>
        </p:nvSpPr>
        <p:spPr>
          <a:xfrm>
            <a:off x="-676275" y="1325"/>
            <a:ext cx="1283100" cy="1283100"/>
          </a:xfrm>
          <a:prstGeom prst="ellipse">
            <a:avLst/>
          </a:prstGeom>
          <a:solidFill>
            <a:srgbClr val="F8FFEF">
              <a:alpha val="9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sp>
        <p:nvSpPr>
          <p:cNvPr id="442" name="Google Shape;442;p40"/>
          <p:cNvSpPr txBox="1"/>
          <p:nvPr>
            <p:ph type="title"/>
          </p:nvPr>
        </p:nvSpPr>
        <p:spPr>
          <a:xfrm>
            <a:off x="2706812" y="361550"/>
            <a:ext cx="1575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0" lang="es" sz="2400">
                <a:solidFill>
                  <a:srgbClr val="FFFFFF"/>
                </a:solidFill>
                <a:latin typeface="Lora SemiBold"/>
                <a:ea typeface="Lora SemiBold"/>
                <a:cs typeface="Lora SemiBold"/>
                <a:sym typeface="Lora SemiBold"/>
              </a:rPr>
              <a:t>GARDEN’</a:t>
            </a:r>
            <a:endParaRPr b="0" sz="2400">
              <a:solidFill>
                <a:srgbClr val="FFFFFF"/>
              </a:solidFill>
              <a:latin typeface="Lora SemiBold"/>
              <a:ea typeface="Lora SemiBold"/>
              <a:cs typeface="Lora SemiBold"/>
              <a:sym typeface="Lora SemiBold"/>
            </a:endParaRPr>
          </a:p>
        </p:txBody>
      </p:sp>
      <p:sp>
        <p:nvSpPr>
          <p:cNvPr id="443" name="Google Shape;443;p40"/>
          <p:cNvSpPr txBox="1"/>
          <p:nvPr/>
        </p:nvSpPr>
        <p:spPr>
          <a:xfrm>
            <a:off x="3984975" y="344450"/>
            <a:ext cx="2452200" cy="51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3600">
                <a:solidFill>
                  <a:schemeClr val="lt1"/>
                </a:solidFill>
                <a:latin typeface="Lora SemiBold"/>
                <a:ea typeface="Lora SemiBold"/>
                <a:cs typeface="Lora SemiBold"/>
                <a:sym typeface="Lora SemiBold"/>
              </a:rPr>
              <a:t>S</a:t>
            </a:r>
            <a:r>
              <a:rPr lang="es" sz="2400">
                <a:solidFill>
                  <a:schemeClr val="lt1"/>
                </a:solidFill>
                <a:latin typeface="Lora SemiBold"/>
                <a:ea typeface="Lora SemiBold"/>
                <a:cs typeface="Lora SemiBold"/>
                <a:sym typeface="Lora SemiBold"/>
              </a:rPr>
              <a:t>PECIES D&amp;M</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7C160"/>
        </a:solidFill>
      </p:bgPr>
    </p:bg>
    <p:spTree>
      <p:nvGrpSpPr>
        <p:cNvPr id="447" name="Shape 447"/>
        <p:cNvGrpSpPr/>
        <p:nvPr/>
      </p:nvGrpSpPr>
      <p:grpSpPr>
        <a:xfrm>
          <a:off x="0" y="0"/>
          <a:ext cx="0" cy="0"/>
          <a:chOff x="0" y="0"/>
          <a:chExt cx="0" cy="0"/>
        </a:xfrm>
      </p:grpSpPr>
      <p:pic>
        <p:nvPicPr>
          <p:cNvPr id="448" name="Google Shape;448;p41" title="654.mp4">
            <a:hlinkClick r:id="rId3"/>
          </p:cNvPr>
          <p:cNvPicPr preferRelativeResize="0"/>
          <p:nvPr/>
        </p:nvPicPr>
        <p:blipFill>
          <a:blip r:embed="rId4">
            <a:alphaModFix/>
          </a:blip>
          <a:stretch>
            <a:fillRect/>
          </a:stretch>
        </p:blipFill>
        <p:spPr>
          <a:xfrm>
            <a:off x="1138537" y="1105325"/>
            <a:ext cx="6866924" cy="3618401"/>
          </a:xfrm>
          <a:prstGeom prst="rect">
            <a:avLst/>
          </a:prstGeom>
          <a:noFill/>
          <a:ln>
            <a:noFill/>
          </a:ln>
        </p:spPr>
      </p:pic>
      <p:grpSp>
        <p:nvGrpSpPr>
          <p:cNvPr id="449" name="Google Shape;449;p41"/>
          <p:cNvGrpSpPr/>
          <p:nvPr/>
        </p:nvGrpSpPr>
        <p:grpSpPr>
          <a:xfrm>
            <a:off x="7734183" y="3869720"/>
            <a:ext cx="2292496" cy="1631615"/>
            <a:chOff x="6890293" y="3364751"/>
            <a:chExt cx="3074700" cy="2188325"/>
          </a:xfrm>
        </p:grpSpPr>
        <p:pic>
          <p:nvPicPr>
            <p:cNvPr id="450" name="Google Shape;450;p41"/>
            <p:cNvPicPr preferRelativeResize="0"/>
            <p:nvPr/>
          </p:nvPicPr>
          <p:blipFill>
            <a:blip r:embed="rId5">
              <a:alphaModFix/>
            </a:blip>
            <a:stretch>
              <a:fillRect/>
            </a:stretch>
          </p:blipFill>
          <p:spPr>
            <a:xfrm>
              <a:off x="8387123" y="4048700"/>
              <a:ext cx="1577870" cy="1298572"/>
            </a:xfrm>
            <a:prstGeom prst="rect">
              <a:avLst/>
            </a:prstGeom>
            <a:noFill/>
            <a:ln>
              <a:noFill/>
            </a:ln>
          </p:spPr>
        </p:pic>
        <p:pic>
          <p:nvPicPr>
            <p:cNvPr id="451" name="Google Shape;451;p41"/>
            <p:cNvPicPr preferRelativeResize="0"/>
            <p:nvPr/>
          </p:nvPicPr>
          <p:blipFill>
            <a:blip r:embed="rId5">
              <a:alphaModFix/>
            </a:blip>
            <a:stretch>
              <a:fillRect/>
            </a:stretch>
          </p:blipFill>
          <p:spPr>
            <a:xfrm flipH="1">
              <a:off x="6890293" y="4254504"/>
              <a:ext cx="1577870" cy="1298572"/>
            </a:xfrm>
            <a:prstGeom prst="rect">
              <a:avLst/>
            </a:prstGeom>
            <a:noFill/>
            <a:ln>
              <a:noFill/>
            </a:ln>
          </p:spPr>
        </p:pic>
        <p:pic>
          <p:nvPicPr>
            <p:cNvPr id="452" name="Google Shape;452;p41"/>
            <p:cNvPicPr preferRelativeResize="0"/>
            <p:nvPr/>
          </p:nvPicPr>
          <p:blipFill>
            <a:blip r:embed="rId5">
              <a:alphaModFix/>
            </a:blip>
            <a:stretch>
              <a:fillRect/>
            </a:stretch>
          </p:blipFill>
          <p:spPr>
            <a:xfrm rot="-3887955">
              <a:off x="7703705" y="3616333"/>
              <a:ext cx="1163998" cy="957939"/>
            </a:xfrm>
            <a:prstGeom prst="rect">
              <a:avLst/>
            </a:prstGeom>
            <a:noFill/>
            <a:ln>
              <a:noFill/>
            </a:ln>
          </p:spPr>
        </p:pic>
      </p:grpSp>
      <p:sp>
        <p:nvSpPr>
          <p:cNvPr id="453" name="Google Shape;453;p41"/>
          <p:cNvSpPr/>
          <p:nvPr/>
        </p:nvSpPr>
        <p:spPr>
          <a:xfrm>
            <a:off x="-676275" y="1325"/>
            <a:ext cx="1283100" cy="1283100"/>
          </a:xfrm>
          <a:prstGeom prst="ellipse">
            <a:avLst/>
          </a:prstGeom>
          <a:solidFill>
            <a:srgbClr val="F8FFEF">
              <a:alpha val="9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sp>
        <p:nvSpPr>
          <p:cNvPr id="454" name="Google Shape;454;p41"/>
          <p:cNvSpPr txBox="1"/>
          <p:nvPr>
            <p:ph type="title"/>
          </p:nvPr>
        </p:nvSpPr>
        <p:spPr>
          <a:xfrm>
            <a:off x="2706812" y="361550"/>
            <a:ext cx="1575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0" lang="es" sz="2400">
                <a:solidFill>
                  <a:srgbClr val="FFFFFF"/>
                </a:solidFill>
                <a:latin typeface="Lora SemiBold"/>
                <a:ea typeface="Lora SemiBold"/>
                <a:cs typeface="Lora SemiBold"/>
                <a:sym typeface="Lora SemiBold"/>
              </a:rPr>
              <a:t>GARDEN’</a:t>
            </a:r>
            <a:endParaRPr b="0" sz="2400">
              <a:solidFill>
                <a:srgbClr val="FFFFFF"/>
              </a:solidFill>
              <a:latin typeface="Lora SemiBold"/>
              <a:ea typeface="Lora SemiBold"/>
              <a:cs typeface="Lora SemiBold"/>
              <a:sym typeface="Lora SemiBold"/>
            </a:endParaRPr>
          </a:p>
        </p:txBody>
      </p:sp>
      <p:sp>
        <p:nvSpPr>
          <p:cNvPr id="455" name="Google Shape;455;p41"/>
          <p:cNvSpPr txBox="1"/>
          <p:nvPr/>
        </p:nvSpPr>
        <p:spPr>
          <a:xfrm>
            <a:off x="3984975" y="344450"/>
            <a:ext cx="2452200" cy="51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3600">
                <a:solidFill>
                  <a:schemeClr val="lt1"/>
                </a:solidFill>
                <a:latin typeface="Lora SemiBold"/>
                <a:ea typeface="Lora SemiBold"/>
                <a:cs typeface="Lora SemiBold"/>
                <a:sym typeface="Lora SemiBold"/>
              </a:rPr>
              <a:t>S</a:t>
            </a:r>
            <a:r>
              <a:rPr lang="es" sz="2400">
                <a:solidFill>
                  <a:schemeClr val="lt1"/>
                </a:solidFill>
                <a:latin typeface="Lora SemiBold"/>
                <a:ea typeface="Lora SemiBold"/>
                <a:cs typeface="Lora SemiBold"/>
                <a:sym typeface="Lora SemiBold"/>
              </a:rPr>
              <a:t>PECIES D&amp;M</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pic>
        <p:nvPicPr>
          <p:cNvPr id="460" name="Google Shape;460;p42"/>
          <p:cNvPicPr preferRelativeResize="0"/>
          <p:nvPr/>
        </p:nvPicPr>
        <p:blipFill rotWithShape="1">
          <a:blip r:embed="rId3">
            <a:alphaModFix/>
          </a:blip>
          <a:srcRect b="0" l="0" r="0" t="15361"/>
          <a:stretch/>
        </p:blipFill>
        <p:spPr>
          <a:xfrm>
            <a:off x="-625" y="0"/>
            <a:ext cx="9144000" cy="5143500"/>
          </a:xfrm>
          <a:prstGeom prst="rect">
            <a:avLst/>
          </a:prstGeom>
          <a:noFill/>
          <a:ln>
            <a:noFill/>
          </a:ln>
        </p:spPr>
      </p:pic>
      <p:sp>
        <p:nvSpPr>
          <p:cNvPr id="461" name="Google Shape;461;p42"/>
          <p:cNvSpPr/>
          <p:nvPr/>
        </p:nvSpPr>
        <p:spPr>
          <a:xfrm>
            <a:off x="-600" y="150"/>
            <a:ext cx="9144000" cy="5143500"/>
          </a:xfrm>
          <a:prstGeom prst="rect">
            <a:avLst/>
          </a:prstGeom>
          <a:solidFill>
            <a:srgbClr val="F8FFEF">
              <a:alpha val="45100"/>
            </a:srgbClr>
          </a:solidFill>
          <a:ln cap="flat" cmpd="sng" w="9525">
            <a:solidFill>
              <a:schemeClr val="dk2"/>
            </a:solidFill>
            <a:prstDash val="solid"/>
            <a:round/>
            <a:headEnd len="sm" w="sm" type="none"/>
            <a:tailEnd len="sm" w="sm" type="none"/>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42"/>
          <p:cNvSpPr/>
          <p:nvPr/>
        </p:nvSpPr>
        <p:spPr>
          <a:xfrm>
            <a:off x="0" y="1076325"/>
            <a:ext cx="4621800" cy="1552800"/>
          </a:xfrm>
          <a:prstGeom prst="rect">
            <a:avLst/>
          </a:prstGeom>
          <a:solidFill>
            <a:srgbClr val="F8FFEF">
              <a:alpha val="9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42"/>
          <p:cNvSpPr/>
          <p:nvPr/>
        </p:nvSpPr>
        <p:spPr>
          <a:xfrm>
            <a:off x="-704850" y="1211175"/>
            <a:ext cx="1283100" cy="1283100"/>
          </a:xfrm>
          <a:prstGeom prst="ellipse">
            <a:avLst/>
          </a:prstGeom>
          <a:solidFill>
            <a:srgbClr val="755B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sp>
        <p:nvSpPr>
          <p:cNvPr id="464" name="Google Shape;464;p42"/>
          <p:cNvSpPr txBox="1"/>
          <p:nvPr>
            <p:ph type="title"/>
          </p:nvPr>
        </p:nvSpPr>
        <p:spPr>
          <a:xfrm>
            <a:off x="527550" y="1465050"/>
            <a:ext cx="38073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s" sz="2400"/>
              <a:t>RESULTADOS Y ANÁLISIS</a:t>
            </a:r>
            <a:endParaRPr b="0" sz="24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FEF">
            <a:alpha val="92160"/>
          </a:srgbClr>
        </a:solidFill>
      </p:bgPr>
    </p:bg>
    <p:spTree>
      <p:nvGrpSpPr>
        <p:cNvPr id="468" name="Shape 468"/>
        <p:cNvGrpSpPr/>
        <p:nvPr/>
      </p:nvGrpSpPr>
      <p:grpSpPr>
        <a:xfrm>
          <a:off x="0" y="0"/>
          <a:ext cx="0" cy="0"/>
          <a:chOff x="0" y="0"/>
          <a:chExt cx="0" cy="0"/>
        </a:xfrm>
      </p:grpSpPr>
      <p:sp>
        <p:nvSpPr>
          <p:cNvPr id="469" name="Google Shape;469;p43"/>
          <p:cNvSpPr txBox="1"/>
          <p:nvPr>
            <p:ph type="title"/>
          </p:nvPr>
        </p:nvSpPr>
        <p:spPr>
          <a:xfrm>
            <a:off x="548300" y="445025"/>
            <a:ext cx="8102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s" sz="2400">
                <a:solidFill>
                  <a:schemeClr val="dk2"/>
                </a:solidFill>
                <a:latin typeface="Lora SemiBold"/>
                <a:ea typeface="Lora SemiBold"/>
                <a:cs typeface="Lora SemiBold"/>
                <a:sym typeface="Lora SemiBold"/>
              </a:rPr>
              <a:t>Pruebas de Usabilidad</a:t>
            </a:r>
            <a:endParaRPr b="0" sz="2400">
              <a:solidFill>
                <a:schemeClr val="dk2"/>
              </a:solidFill>
              <a:latin typeface="Lora SemiBold"/>
              <a:ea typeface="Lora SemiBold"/>
              <a:cs typeface="Lora SemiBold"/>
              <a:sym typeface="Lora SemiBold"/>
            </a:endParaRPr>
          </a:p>
        </p:txBody>
      </p:sp>
      <p:sp>
        <p:nvSpPr>
          <p:cNvPr id="470" name="Google Shape;470;p43"/>
          <p:cNvSpPr txBox="1"/>
          <p:nvPr>
            <p:ph idx="1" type="body"/>
          </p:nvPr>
        </p:nvSpPr>
        <p:spPr>
          <a:xfrm>
            <a:off x="3138850" y="1000075"/>
            <a:ext cx="55119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sz="1600">
                <a:latin typeface="Lora Medium"/>
                <a:ea typeface="Lora Medium"/>
                <a:cs typeface="Lora Medium"/>
                <a:sym typeface="Lora Medium"/>
              </a:rPr>
              <a:t>Prueba Inicial</a:t>
            </a:r>
            <a:endParaRPr sz="1600">
              <a:latin typeface="Lora Medium"/>
              <a:ea typeface="Lora Medium"/>
              <a:cs typeface="Lora Medium"/>
              <a:sym typeface="Lora Medium"/>
            </a:endParaRPr>
          </a:p>
          <a:p>
            <a:pPr indent="0" lvl="0" marL="0" rtl="0" algn="l">
              <a:spcBef>
                <a:spcPts val="500"/>
              </a:spcBef>
              <a:spcAft>
                <a:spcPts val="0"/>
              </a:spcAft>
              <a:buNone/>
            </a:pPr>
            <a:r>
              <a:rPr lang="es">
                <a:latin typeface="Lora"/>
                <a:ea typeface="Lora"/>
                <a:cs typeface="Lora"/>
                <a:sym typeface="Lora"/>
              </a:rPr>
              <a:t>Test de usabilidad SUS para evaluar el uso del Objeto Tangible y la fase inicial de la interfaz de usuario para implementar un diseño intuitivo en el prototipo final</a:t>
            </a:r>
            <a:endParaRPr>
              <a:latin typeface="Lora Medium"/>
              <a:ea typeface="Lora Medium"/>
              <a:cs typeface="Lora Medium"/>
              <a:sym typeface="Lora Medium"/>
            </a:endParaRPr>
          </a:p>
          <a:p>
            <a:pPr indent="0" lvl="0" marL="0" rtl="0" algn="l">
              <a:lnSpc>
                <a:spcPct val="100000"/>
              </a:lnSpc>
              <a:spcBef>
                <a:spcPts val="1600"/>
              </a:spcBef>
              <a:spcAft>
                <a:spcPts val="0"/>
              </a:spcAft>
              <a:buNone/>
            </a:pPr>
            <a:r>
              <a:rPr lang="es" sz="1600">
                <a:latin typeface="Lora Medium"/>
                <a:ea typeface="Lora Medium"/>
                <a:cs typeface="Lora Medium"/>
                <a:sym typeface="Lora Medium"/>
              </a:rPr>
              <a:t>Prueba de Usabilidad</a:t>
            </a:r>
            <a:endParaRPr sz="1600">
              <a:latin typeface="Lora Medium"/>
              <a:ea typeface="Lora Medium"/>
              <a:cs typeface="Lora Medium"/>
              <a:sym typeface="Lora Medium"/>
            </a:endParaRPr>
          </a:p>
          <a:p>
            <a:pPr indent="0" lvl="0" marL="0" rtl="0" algn="l">
              <a:spcBef>
                <a:spcPts val="500"/>
              </a:spcBef>
              <a:spcAft>
                <a:spcPts val="0"/>
              </a:spcAft>
              <a:buNone/>
            </a:pPr>
            <a:r>
              <a:rPr lang="es">
                <a:latin typeface="Lora"/>
                <a:ea typeface="Lora"/>
                <a:cs typeface="Lora"/>
                <a:sym typeface="Lora"/>
              </a:rPr>
              <a:t>Test del prototipo final luego de agregar las observaciones de la prueba inicial junto con la implementación de los módulos en su totalidad.</a:t>
            </a:r>
            <a:r>
              <a:rPr lang="es">
                <a:latin typeface="Lora Medium"/>
                <a:ea typeface="Lora Medium"/>
                <a:cs typeface="Lora Medium"/>
                <a:sym typeface="Lora Medium"/>
              </a:rPr>
              <a:t> </a:t>
            </a:r>
            <a:endParaRPr>
              <a:latin typeface="Lora Medium"/>
              <a:ea typeface="Lora Medium"/>
              <a:cs typeface="Lora Medium"/>
              <a:sym typeface="Lora Medium"/>
            </a:endParaRPr>
          </a:p>
          <a:p>
            <a:pPr indent="0" lvl="0" marL="0" rtl="0" algn="l">
              <a:lnSpc>
                <a:spcPct val="100000"/>
              </a:lnSpc>
              <a:spcBef>
                <a:spcPts val="1600"/>
              </a:spcBef>
              <a:spcAft>
                <a:spcPts val="0"/>
              </a:spcAft>
              <a:buNone/>
            </a:pPr>
            <a:r>
              <a:rPr lang="es" sz="1600">
                <a:latin typeface="Lora Medium"/>
                <a:ea typeface="Lora Medium"/>
                <a:cs typeface="Lora Medium"/>
                <a:sym typeface="Lora Medium"/>
              </a:rPr>
              <a:t>Prueba de Aprendizaje</a:t>
            </a:r>
            <a:endParaRPr sz="1600">
              <a:latin typeface="Lora Medium"/>
              <a:ea typeface="Lora Medium"/>
              <a:cs typeface="Lora Medium"/>
              <a:sym typeface="Lora Medium"/>
            </a:endParaRPr>
          </a:p>
          <a:p>
            <a:pPr indent="0" lvl="0" marL="0" rtl="0" algn="l">
              <a:spcBef>
                <a:spcPts val="500"/>
              </a:spcBef>
              <a:spcAft>
                <a:spcPts val="1600"/>
              </a:spcAft>
              <a:buNone/>
            </a:pPr>
            <a:r>
              <a:rPr lang="es">
                <a:latin typeface="Lora"/>
                <a:ea typeface="Lora"/>
                <a:cs typeface="Lora"/>
                <a:sym typeface="Lora"/>
              </a:rPr>
              <a:t>Test del prototipo final enfocado en la asociación de los conceptos en el módulo de especímenes y la organización de los elementos gráficos de la interfaz como del sistema KOS.</a:t>
            </a:r>
            <a:endParaRPr>
              <a:latin typeface="Lora Medium"/>
              <a:ea typeface="Lora Medium"/>
              <a:cs typeface="Lora Medium"/>
              <a:sym typeface="Lora Medium"/>
            </a:endParaRPr>
          </a:p>
        </p:txBody>
      </p:sp>
      <p:sp>
        <p:nvSpPr>
          <p:cNvPr id="471" name="Google Shape;471;p43"/>
          <p:cNvSpPr/>
          <p:nvPr/>
        </p:nvSpPr>
        <p:spPr>
          <a:xfrm>
            <a:off x="8543925" y="1325"/>
            <a:ext cx="1283100" cy="1283100"/>
          </a:xfrm>
          <a:prstGeom prst="ellipse">
            <a:avLst/>
          </a:prstGeom>
          <a:solidFill>
            <a:srgbClr val="755B60">
              <a:alpha val="7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grpSp>
        <p:nvGrpSpPr>
          <p:cNvPr id="472" name="Google Shape;472;p43"/>
          <p:cNvGrpSpPr/>
          <p:nvPr/>
        </p:nvGrpSpPr>
        <p:grpSpPr>
          <a:xfrm>
            <a:off x="-1034507" y="3364751"/>
            <a:ext cx="3074700" cy="2188325"/>
            <a:chOff x="6890293" y="3364751"/>
            <a:chExt cx="3074700" cy="2188325"/>
          </a:xfrm>
        </p:grpSpPr>
        <p:pic>
          <p:nvPicPr>
            <p:cNvPr id="473" name="Google Shape;473;p43"/>
            <p:cNvPicPr preferRelativeResize="0"/>
            <p:nvPr/>
          </p:nvPicPr>
          <p:blipFill>
            <a:blip r:embed="rId3">
              <a:alphaModFix/>
            </a:blip>
            <a:stretch>
              <a:fillRect/>
            </a:stretch>
          </p:blipFill>
          <p:spPr>
            <a:xfrm>
              <a:off x="8387123" y="4048700"/>
              <a:ext cx="1577870" cy="1298572"/>
            </a:xfrm>
            <a:prstGeom prst="rect">
              <a:avLst/>
            </a:prstGeom>
            <a:noFill/>
            <a:ln>
              <a:noFill/>
            </a:ln>
          </p:spPr>
        </p:pic>
        <p:pic>
          <p:nvPicPr>
            <p:cNvPr id="474" name="Google Shape;474;p43"/>
            <p:cNvPicPr preferRelativeResize="0"/>
            <p:nvPr/>
          </p:nvPicPr>
          <p:blipFill>
            <a:blip r:embed="rId3">
              <a:alphaModFix/>
            </a:blip>
            <a:stretch>
              <a:fillRect/>
            </a:stretch>
          </p:blipFill>
          <p:spPr>
            <a:xfrm flipH="1">
              <a:off x="6890293" y="4254504"/>
              <a:ext cx="1577870" cy="1298572"/>
            </a:xfrm>
            <a:prstGeom prst="rect">
              <a:avLst/>
            </a:prstGeom>
            <a:noFill/>
            <a:ln>
              <a:noFill/>
            </a:ln>
          </p:spPr>
        </p:pic>
        <p:pic>
          <p:nvPicPr>
            <p:cNvPr id="475" name="Google Shape;475;p43"/>
            <p:cNvPicPr preferRelativeResize="0"/>
            <p:nvPr/>
          </p:nvPicPr>
          <p:blipFill>
            <a:blip r:embed="rId3">
              <a:alphaModFix/>
            </a:blip>
            <a:stretch>
              <a:fillRect/>
            </a:stretch>
          </p:blipFill>
          <p:spPr>
            <a:xfrm rot="-3887955">
              <a:off x="7703705" y="3616333"/>
              <a:ext cx="1163998" cy="957939"/>
            </a:xfrm>
            <a:prstGeom prst="rect">
              <a:avLst/>
            </a:prstGeom>
            <a:noFill/>
            <a:ln>
              <a:noFill/>
            </a:ln>
          </p:spPr>
        </p:pic>
      </p:grpSp>
      <p:pic>
        <p:nvPicPr>
          <p:cNvPr id="476" name="Google Shape;476;p43"/>
          <p:cNvPicPr preferRelativeResize="0"/>
          <p:nvPr/>
        </p:nvPicPr>
        <p:blipFill>
          <a:blip r:embed="rId4">
            <a:alphaModFix/>
          </a:blip>
          <a:stretch>
            <a:fillRect/>
          </a:stretch>
        </p:blipFill>
        <p:spPr>
          <a:xfrm>
            <a:off x="2335900" y="1322525"/>
            <a:ext cx="572700" cy="572700"/>
          </a:xfrm>
          <a:prstGeom prst="rect">
            <a:avLst/>
          </a:prstGeom>
          <a:noFill/>
          <a:ln>
            <a:noFill/>
          </a:ln>
        </p:spPr>
      </p:pic>
      <p:pic>
        <p:nvPicPr>
          <p:cNvPr id="477" name="Google Shape;477;p43"/>
          <p:cNvPicPr preferRelativeResize="0"/>
          <p:nvPr/>
        </p:nvPicPr>
        <p:blipFill>
          <a:blip r:embed="rId5">
            <a:alphaModFix/>
          </a:blip>
          <a:stretch>
            <a:fillRect/>
          </a:stretch>
        </p:blipFill>
        <p:spPr>
          <a:xfrm>
            <a:off x="2374898" y="3639175"/>
            <a:ext cx="572700" cy="572700"/>
          </a:xfrm>
          <a:prstGeom prst="rect">
            <a:avLst/>
          </a:prstGeom>
          <a:noFill/>
          <a:ln>
            <a:noFill/>
          </a:ln>
        </p:spPr>
      </p:pic>
      <p:pic>
        <p:nvPicPr>
          <p:cNvPr id="478" name="Google Shape;478;p43"/>
          <p:cNvPicPr preferRelativeResize="0"/>
          <p:nvPr/>
        </p:nvPicPr>
        <p:blipFill>
          <a:blip r:embed="rId6">
            <a:alphaModFix/>
          </a:blip>
          <a:stretch>
            <a:fillRect/>
          </a:stretch>
        </p:blipFill>
        <p:spPr>
          <a:xfrm>
            <a:off x="2374900" y="2480850"/>
            <a:ext cx="572700" cy="572700"/>
          </a:xfrm>
          <a:prstGeom prst="rect">
            <a:avLst/>
          </a:prstGeom>
          <a:noFill/>
          <a:ln>
            <a:noFill/>
          </a:ln>
        </p:spPr>
      </p:pic>
      <p:cxnSp>
        <p:nvCxnSpPr>
          <p:cNvPr id="479" name="Google Shape;479;p43"/>
          <p:cNvCxnSpPr/>
          <p:nvPr/>
        </p:nvCxnSpPr>
        <p:spPr>
          <a:xfrm>
            <a:off x="2140600" y="2206425"/>
            <a:ext cx="6655200" cy="0"/>
          </a:xfrm>
          <a:prstGeom prst="straightConnector1">
            <a:avLst/>
          </a:prstGeom>
          <a:noFill/>
          <a:ln cap="flat" cmpd="sng" w="9525">
            <a:solidFill>
              <a:schemeClr val="dk2"/>
            </a:solidFill>
            <a:prstDash val="solid"/>
            <a:round/>
            <a:headEnd len="med" w="med" type="none"/>
            <a:tailEnd len="med" w="med" type="none"/>
          </a:ln>
        </p:spPr>
      </p:cxnSp>
      <p:sp>
        <p:nvSpPr>
          <p:cNvPr id="480" name="Google Shape;480;p43"/>
          <p:cNvSpPr txBox="1"/>
          <p:nvPr/>
        </p:nvSpPr>
        <p:spPr>
          <a:xfrm>
            <a:off x="1537225" y="1227275"/>
            <a:ext cx="456300" cy="76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600">
                <a:solidFill>
                  <a:srgbClr val="97C160"/>
                </a:solidFill>
                <a:latin typeface="Lora SemiBold"/>
                <a:ea typeface="Lora SemiBold"/>
                <a:cs typeface="Lora SemiBold"/>
                <a:sym typeface="Lora SemiBold"/>
              </a:rPr>
              <a:t>1</a:t>
            </a:r>
            <a:endParaRPr sz="3600">
              <a:solidFill>
                <a:srgbClr val="97C160"/>
              </a:solidFill>
              <a:latin typeface="Lora SemiBold"/>
              <a:ea typeface="Lora SemiBold"/>
              <a:cs typeface="Lora SemiBold"/>
              <a:sym typeface="Lora SemiBold"/>
            </a:endParaRPr>
          </a:p>
        </p:txBody>
      </p:sp>
      <p:sp>
        <p:nvSpPr>
          <p:cNvPr id="481" name="Google Shape;481;p43"/>
          <p:cNvSpPr txBox="1"/>
          <p:nvPr/>
        </p:nvSpPr>
        <p:spPr>
          <a:xfrm>
            <a:off x="1537225" y="2875975"/>
            <a:ext cx="456300" cy="76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600">
                <a:solidFill>
                  <a:srgbClr val="97C160"/>
                </a:solidFill>
                <a:latin typeface="Lora SemiBold"/>
                <a:ea typeface="Lora SemiBold"/>
                <a:cs typeface="Lora SemiBold"/>
                <a:sym typeface="Lora SemiBold"/>
              </a:rPr>
              <a:t>2</a:t>
            </a:r>
            <a:endParaRPr sz="3600">
              <a:solidFill>
                <a:srgbClr val="97C160"/>
              </a:solidFill>
              <a:latin typeface="Lora SemiBold"/>
              <a:ea typeface="Lora SemiBold"/>
              <a:cs typeface="Lora SemiBold"/>
              <a:sym typeface="Lora SemiBo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FEF">
            <a:alpha val="92160"/>
          </a:srgbClr>
        </a:solidFill>
      </p:bgPr>
    </p:bg>
    <p:spTree>
      <p:nvGrpSpPr>
        <p:cNvPr id="485" name="Shape 485"/>
        <p:cNvGrpSpPr/>
        <p:nvPr/>
      </p:nvGrpSpPr>
      <p:grpSpPr>
        <a:xfrm>
          <a:off x="0" y="0"/>
          <a:ext cx="0" cy="0"/>
          <a:chOff x="0" y="0"/>
          <a:chExt cx="0" cy="0"/>
        </a:xfrm>
      </p:grpSpPr>
      <p:sp>
        <p:nvSpPr>
          <p:cNvPr id="486" name="Google Shape;486;p44"/>
          <p:cNvSpPr/>
          <p:nvPr/>
        </p:nvSpPr>
        <p:spPr>
          <a:xfrm>
            <a:off x="4225225" y="-15925"/>
            <a:ext cx="41898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44"/>
          <p:cNvSpPr txBox="1"/>
          <p:nvPr>
            <p:ph type="title"/>
          </p:nvPr>
        </p:nvSpPr>
        <p:spPr>
          <a:xfrm>
            <a:off x="548300" y="445025"/>
            <a:ext cx="8102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s" sz="2400">
                <a:solidFill>
                  <a:schemeClr val="dk2"/>
                </a:solidFill>
                <a:latin typeface="Lora SemiBold"/>
                <a:ea typeface="Lora SemiBold"/>
                <a:cs typeface="Lora SemiBold"/>
                <a:sym typeface="Lora SemiBold"/>
              </a:rPr>
              <a:t>Análisis de Resultados                 Prueba Inicial</a:t>
            </a:r>
            <a:endParaRPr b="0" sz="2400">
              <a:solidFill>
                <a:schemeClr val="dk2"/>
              </a:solidFill>
              <a:latin typeface="Lora SemiBold"/>
              <a:ea typeface="Lora SemiBold"/>
              <a:cs typeface="Lora SemiBold"/>
              <a:sym typeface="Lora SemiBold"/>
            </a:endParaRPr>
          </a:p>
        </p:txBody>
      </p:sp>
      <p:sp>
        <p:nvSpPr>
          <p:cNvPr id="488" name="Google Shape;488;p44"/>
          <p:cNvSpPr/>
          <p:nvPr/>
        </p:nvSpPr>
        <p:spPr>
          <a:xfrm>
            <a:off x="8543925" y="1325"/>
            <a:ext cx="1283100" cy="1283100"/>
          </a:xfrm>
          <a:prstGeom prst="ellipse">
            <a:avLst/>
          </a:prstGeom>
          <a:solidFill>
            <a:srgbClr val="755B60">
              <a:alpha val="7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grpSp>
        <p:nvGrpSpPr>
          <p:cNvPr id="489" name="Google Shape;489;p44"/>
          <p:cNvGrpSpPr/>
          <p:nvPr/>
        </p:nvGrpSpPr>
        <p:grpSpPr>
          <a:xfrm>
            <a:off x="-1034507" y="3364751"/>
            <a:ext cx="3074700" cy="2188325"/>
            <a:chOff x="6890293" y="3364751"/>
            <a:chExt cx="3074700" cy="2188325"/>
          </a:xfrm>
        </p:grpSpPr>
        <p:pic>
          <p:nvPicPr>
            <p:cNvPr id="490" name="Google Shape;490;p44"/>
            <p:cNvPicPr preferRelativeResize="0"/>
            <p:nvPr/>
          </p:nvPicPr>
          <p:blipFill>
            <a:blip r:embed="rId3">
              <a:alphaModFix/>
            </a:blip>
            <a:stretch>
              <a:fillRect/>
            </a:stretch>
          </p:blipFill>
          <p:spPr>
            <a:xfrm>
              <a:off x="8387123" y="4048700"/>
              <a:ext cx="1577870" cy="1298572"/>
            </a:xfrm>
            <a:prstGeom prst="rect">
              <a:avLst/>
            </a:prstGeom>
            <a:noFill/>
            <a:ln>
              <a:noFill/>
            </a:ln>
          </p:spPr>
        </p:pic>
        <p:pic>
          <p:nvPicPr>
            <p:cNvPr id="491" name="Google Shape;491;p44"/>
            <p:cNvPicPr preferRelativeResize="0"/>
            <p:nvPr/>
          </p:nvPicPr>
          <p:blipFill>
            <a:blip r:embed="rId3">
              <a:alphaModFix/>
            </a:blip>
            <a:stretch>
              <a:fillRect/>
            </a:stretch>
          </p:blipFill>
          <p:spPr>
            <a:xfrm flipH="1">
              <a:off x="6890293" y="4254504"/>
              <a:ext cx="1577870" cy="1298572"/>
            </a:xfrm>
            <a:prstGeom prst="rect">
              <a:avLst/>
            </a:prstGeom>
            <a:noFill/>
            <a:ln>
              <a:noFill/>
            </a:ln>
          </p:spPr>
        </p:pic>
        <p:pic>
          <p:nvPicPr>
            <p:cNvPr id="492" name="Google Shape;492;p44"/>
            <p:cNvPicPr preferRelativeResize="0"/>
            <p:nvPr/>
          </p:nvPicPr>
          <p:blipFill>
            <a:blip r:embed="rId3">
              <a:alphaModFix/>
            </a:blip>
            <a:stretch>
              <a:fillRect/>
            </a:stretch>
          </p:blipFill>
          <p:spPr>
            <a:xfrm rot="-3887955">
              <a:off x="7703705" y="3616333"/>
              <a:ext cx="1163998" cy="957939"/>
            </a:xfrm>
            <a:prstGeom prst="rect">
              <a:avLst/>
            </a:prstGeom>
            <a:noFill/>
            <a:ln>
              <a:noFill/>
            </a:ln>
          </p:spPr>
        </p:pic>
      </p:grpSp>
      <p:sp>
        <p:nvSpPr>
          <p:cNvPr id="493" name="Google Shape;493;p44"/>
          <p:cNvSpPr/>
          <p:nvPr/>
        </p:nvSpPr>
        <p:spPr>
          <a:xfrm>
            <a:off x="577375" y="1130825"/>
            <a:ext cx="3460200" cy="1494600"/>
          </a:xfrm>
          <a:prstGeom prst="rect">
            <a:avLst/>
          </a:prstGeom>
          <a:solidFill>
            <a:srgbClr val="97C160">
              <a:alpha val="294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44"/>
          <p:cNvSpPr txBox="1"/>
          <p:nvPr>
            <p:ph type="title"/>
          </p:nvPr>
        </p:nvSpPr>
        <p:spPr>
          <a:xfrm>
            <a:off x="692842" y="1639525"/>
            <a:ext cx="3233400" cy="712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3600"/>
              <a:t>76,4</a:t>
            </a:r>
            <a:endParaRPr sz="3600"/>
          </a:p>
        </p:txBody>
      </p:sp>
      <p:sp>
        <p:nvSpPr>
          <p:cNvPr id="495" name="Google Shape;495;p44"/>
          <p:cNvSpPr txBox="1"/>
          <p:nvPr/>
        </p:nvSpPr>
        <p:spPr>
          <a:xfrm>
            <a:off x="577517" y="1084175"/>
            <a:ext cx="3460200" cy="59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600">
                <a:solidFill>
                  <a:schemeClr val="dk1"/>
                </a:solidFill>
                <a:latin typeface="Lato Light"/>
                <a:ea typeface="Lato Light"/>
                <a:cs typeface="Lato Light"/>
                <a:sym typeface="Lato Light"/>
              </a:rPr>
              <a:t>PUNTAJE PROMEDIO </a:t>
            </a:r>
            <a:endParaRPr sz="1600">
              <a:solidFill>
                <a:schemeClr val="dk1"/>
              </a:solidFill>
              <a:latin typeface="Lato Light"/>
              <a:ea typeface="Lato Light"/>
              <a:cs typeface="Lato Light"/>
              <a:sym typeface="Lato Light"/>
            </a:endParaRPr>
          </a:p>
          <a:p>
            <a:pPr indent="0" lvl="0" marL="0" rtl="0" algn="ctr">
              <a:spcBef>
                <a:spcPts val="0"/>
              </a:spcBef>
              <a:spcAft>
                <a:spcPts val="0"/>
              </a:spcAft>
              <a:buNone/>
            </a:pPr>
            <a:r>
              <a:rPr lang="es" sz="1600">
                <a:solidFill>
                  <a:schemeClr val="dk1"/>
                </a:solidFill>
                <a:latin typeface="Lato Light"/>
                <a:ea typeface="Lato Light"/>
                <a:cs typeface="Lato Light"/>
                <a:sym typeface="Lato Light"/>
              </a:rPr>
              <a:t>PRUEBA </a:t>
            </a:r>
            <a:r>
              <a:rPr b="1" lang="es" sz="1600">
                <a:solidFill>
                  <a:schemeClr val="dk1"/>
                </a:solidFill>
                <a:latin typeface="Lato"/>
                <a:ea typeface="Lato"/>
                <a:cs typeface="Lato"/>
                <a:sym typeface="Lato"/>
              </a:rPr>
              <a:t>SUS</a:t>
            </a:r>
            <a:endParaRPr b="1" sz="1600">
              <a:solidFill>
                <a:schemeClr val="dk1"/>
              </a:solidFill>
              <a:latin typeface="Lato"/>
              <a:ea typeface="Lato"/>
              <a:cs typeface="Lato"/>
              <a:sym typeface="Lato"/>
            </a:endParaRPr>
          </a:p>
        </p:txBody>
      </p:sp>
      <p:pic>
        <p:nvPicPr>
          <p:cNvPr id="496" name="Google Shape;496;p44"/>
          <p:cNvPicPr preferRelativeResize="0"/>
          <p:nvPr/>
        </p:nvPicPr>
        <p:blipFill>
          <a:blip r:embed="rId4">
            <a:alphaModFix/>
          </a:blip>
          <a:stretch>
            <a:fillRect/>
          </a:stretch>
        </p:blipFill>
        <p:spPr>
          <a:xfrm>
            <a:off x="4303675" y="1596750"/>
            <a:ext cx="4033550" cy="2586914"/>
          </a:xfrm>
          <a:prstGeom prst="rect">
            <a:avLst/>
          </a:prstGeom>
          <a:noFill/>
          <a:ln>
            <a:noFill/>
          </a:ln>
        </p:spPr>
      </p:pic>
      <p:sp>
        <p:nvSpPr>
          <p:cNvPr id="497" name="Google Shape;497;p44"/>
          <p:cNvSpPr txBox="1"/>
          <p:nvPr/>
        </p:nvSpPr>
        <p:spPr>
          <a:xfrm>
            <a:off x="577517" y="2227175"/>
            <a:ext cx="3460200" cy="39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a:solidFill>
                  <a:schemeClr val="dk1"/>
                </a:solidFill>
                <a:latin typeface="Lato Light"/>
                <a:ea typeface="Lato Light"/>
                <a:cs typeface="Lato Light"/>
                <a:sym typeface="Lato Light"/>
              </a:rPr>
              <a:t>CATEGORÍA </a:t>
            </a:r>
            <a:r>
              <a:rPr b="1" lang="es">
                <a:solidFill>
                  <a:schemeClr val="dk1"/>
                </a:solidFill>
                <a:latin typeface="Lato"/>
                <a:ea typeface="Lato"/>
                <a:cs typeface="Lato"/>
                <a:sym typeface="Lato"/>
              </a:rPr>
              <a:t>B</a:t>
            </a:r>
            <a:endParaRPr b="1">
              <a:solidFill>
                <a:schemeClr val="dk1"/>
              </a:solidFill>
              <a:latin typeface="Lato"/>
              <a:ea typeface="Lato"/>
              <a:cs typeface="Lato"/>
              <a:sym typeface="La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FEF">
            <a:alpha val="92160"/>
          </a:srgbClr>
        </a:solidFill>
      </p:bgPr>
    </p:bg>
    <p:spTree>
      <p:nvGrpSpPr>
        <p:cNvPr id="501" name="Shape 501"/>
        <p:cNvGrpSpPr/>
        <p:nvPr/>
      </p:nvGrpSpPr>
      <p:grpSpPr>
        <a:xfrm>
          <a:off x="0" y="0"/>
          <a:ext cx="0" cy="0"/>
          <a:chOff x="0" y="0"/>
          <a:chExt cx="0" cy="0"/>
        </a:xfrm>
      </p:grpSpPr>
      <p:sp>
        <p:nvSpPr>
          <p:cNvPr id="502" name="Google Shape;502;p45"/>
          <p:cNvSpPr/>
          <p:nvPr/>
        </p:nvSpPr>
        <p:spPr>
          <a:xfrm>
            <a:off x="4225225" y="-15925"/>
            <a:ext cx="41898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45"/>
          <p:cNvSpPr txBox="1"/>
          <p:nvPr>
            <p:ph type="title"/>
          </p:nvPr>
        </p:nvSpPr>
        <p:spPr>
          <a:xfrm>
            <a:off x="548300" y="445025"/>
            <a:ext cx="8102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s" sz="2400">
                <a:solidFill>
                  <a:schemeClr val="dk2"/>
                </a:solidFill>
                <a:latin typeface="Lora SemiBold"/>
                <a:ea typeface="Lora SemiBold"/>
                <a:cs typeface="Lora SemiBold"/>
                <a:sym typeface="Lora SemiBold"/>
              </a:rPr>
              <a:t>Análisis de Resultados                  Prueba Final</a:t>
            </a:r>
            <a:endParaRPr b="0" sz="2400">
              <a:solidFill>
                <a:schemeClr val="dk2"/>
              </a:solidFill>
              <a:latin typeface="Lora SemiBold"/>
              <a:ea typeface="Lora SemiBold"/>
              <a:cs typeface="Lora SemiBold"/>
              <a:sym typeface="Lora SemiBold"/>
            </a:endParaRPr>
          </a:p>
        </p:txBody>
      </p:sp>
      <p:sp>
        <p:nvSpPr>
          <p:cNvPr id="504" name="Google Shape;504;p45"/>
          <p:cNvSpPr/>
          <p:nvPr/>
        </p:nvSpPr>
        <p:spPr>
          <a:xfrm>
            <a:off x="8543925" y="1325"/>
            <a:ext cx="1283100" cy="1283100"/>
          </a:xfrm>
          <a:prstGeom prst="ellipse">
            <a:avLst/>
          </a:prstGeom>
          <a:solidFill>
            <a:srgbClr val="755B60">
              <a:alpha val="7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grpSp>
        <p:nvGrpSpPr>
          <p:cNvPr id="505" name="Google Shape;505;p45"/>
          <p:cNvGrpSpPr/>
          <p:nvPr/>
        </p:nvGrpSpPr>
        <p:grpSpPr>
          <a:xfrm>
            <a:off x="-1034507" y="3364751"/>
            <a:ext cx="3074700" cy="2188325"/>
            <a:chOff x="6890293" y="3364751"/>
            <a:chExt cx="3074700" cy="2188325"/>
          </a:xfrm>
        </p:grpSpPr>
        <p:pic>
          <p:nvPicPr>
            <p:cNvPr id="506" name="Google Shape;506;p45"/>
            <p:cNvPicPr preferRelativeResize="0"/>
            <p:nvPr/>
          </p:nvPicPr>
          <p:blipFill>
            <a:blip r:embed="rId3">
              <a:alphaModFix/>
            </a:blip>
            <a:stretch>
              <a:fillRect/>
            </a:stretch>
          </p:blipFill>
          <p:spPr>
            <a:xfrm>
              <a:off x="8387123" y="4048700"/>
              <a:ext cx="1577870" cy="1298572"/>
            </a:xfrm>
            <a:prstGeom prst="rect">
              <a:avLst/>
            </a:prstGeom>
            <a:noFill/>
            <a:ln>
              <a:noFill/>
            </a:ln>
          </p:spPr>
        </p:pic>
        <p:pic>
          <p:nvPicPr>
            <p:cNvPr id="507" name="Google Shape;507;p45"/>
            <p:cNvPicPr preferRelativeResize="0"/>
            <p:nvPr/>
          </p:nvPicPr>
          <p:blipFill>
            <a:blip r:embed="rId3">
              <a:alphaModFix/>
            </a:blip>
            <a:stretch>
              <a:fillRect/>
            </a:stretch>
          </p:blipFill>
          <p:spPr>
            <a:xfrm flipH="1">
              <a:off x="6890293" y="4254504"/>
              <a:ext cx="1577870" cy="1298572"/>
            </a:xfrm>
            <a:prstGeom prst="rect">
              <a:avLst/>
            </a:prstGeom>
            <a:noFill/>
            <a:ln>
              <a:noFill/>
            </a:ln>
          </p:spPr>
        </p:pic>
        <p:pic>
          <p:nvPicPr>
            <p:cNvPr id="508" name="Google Shape;508;p45"/>
            <p:cNvPicPr preferRelativeResize="0"/>
            <p:nvPr/>
          </p:nvPicPr>
          <p:blipFill>
            <a:blip r:embed="rId3">
              <a:alphaModFix/>
            </a:blip>
            <a:stretch>
              <a:fillRect/>
            </a:stretch>
          </p:blipFill>
          <p:spPr>
            <a:xfrm rot="-3887955">
              <a:off x="7703705" y="3616333"/>
              <a:ext cx="1163998" cy="957939"/>
            </a:xfrm>
            <a:prstGeom prst="rect">
              <a:avLst/>
            </a:prstGeom>
            <a:noFill/>
            <a:ln>
              <a:noFill/>
            </a:ln>
          </p:spPr>
        </p:pic>
      </p:grpSp>
      <p:sp>
        <p:nvSpPr>
          <p:cNvPr id="509" name="Google Shape;509;p45"/>
          <p:cNvSpPr txBox="1"/>
          <p:nvPr>
            <p:ph idx="1" type="body"/>
          </p:nvPr>
        </p:nvSpPr>
        <p:spPr>
          <a:xfrm>
            <a:off x="548300" y="1123750"/>
            <a:ext cx="3768600" cy="1936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800">
                <a:latin typeface="Lora Medium"/>
                <a:ea typeface="Lora Medium"/>
                <a:cs typeface="Lora Medium"/>
                <a:sym typeface="Lora Medium"/>
              </a:rPr>
              <a:t>  </a:t>
            </a:r>
            <a:endParaRPr sz="1800">
              <a:latin typeface="Lora Medium"/>
              <a:ea typeface="Lora Medium"/>
              <a:cs typeface="Lora Medium"/>
              <a:sym typeface="Lora Medium"/>
            </a:endParaRPr>
          </a:p>
        </p:txBody>
      </p:sp>
      <p:pic>
        <p:nvPicPr>
          <p:cNvPr id="510" name="Google Shape;510;p45"/>
          <p:cNvPicPr preferRelativeResize="0"/>
          <p:nvPr/>
        </p:nvPicPr>
        <p:blipFill>
          <a:blip r:embed="rId4">
            <a:alphaModFix/>
          </a:blip>
          <a:stretch>
            <a:fillRect/>
          </a:stretch>
        </p:blipFill>
        <p:spPr>
          <a:xfrm>
            <a:off x="548300" y="1017725"/>
            <a:ext cx="4378200" cy="2496074"/>
          </a:xfrm>
          <a:prstGeom prst="rect">
            <a:avLst/>
          </a:prstGeom>
          <a:noFill/>
          <a:ln>
            <a:noFill/>
          </a:ln>
        </p:spPr>
      </p:pic>
      <p:pic>
        <p:nvPicPr>
          <p:cNvPr id="511" name="Google Shape;511;p45"/>
          <p:cNvPicPr preferRelativeResize="0"/>
          <p:nvPr/>
        </p:nvPicPr>
        <p:blipFill>
          <a:blip r:embed="rId5">
            <a:alphaModFix/>
          </a:blip>
          <a:stretch>
            <a:fillRect/>
          </a:stretch>
        </p:blipFill>
        <p:spPr>
          <a:xfrm>
            <a:off x="4926500" y="2042250"/>
            <a:ext cx="3522716" cy="24960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FEF">
            <a:alpha val="92160"/>
          </a:srgbClr>
        </a:solidFill>
      </p:bgPr>
    </p:bg>
    <p:spTree>
      <p:nvGrpSpPr>
        <p:cNvPr id="515" name="Shape 515"/>
        <p:cNvGrpSpPr/>
        <p:nvPr/>
      </p:nvGrpSpPr>
      <p:grpSpPr>
        <a:xfrm>
          <a:off x="0" y="0"/>
          <a:ext cx="0" cy="0"/>
          <a:chOff x="0" y="0"/>
          <a:chExt cx="0" cy="0"/>
        </a:xfrm>
      </p:grpSpPr>
      <p:sp>
        <p:nvSpPr>
          <p:cNvPr id="516" name="Google Shape;516;p46"/>
          <p:cNvSpPr/>
          <p:nvPr/>
        </p:nvSpPr>
        <p:spPr>
          <a:xfrm>
            <a:off x="4225225" y="-15925"/>
            <a:ext cx="41898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46"/>
          <p:cNvSpPr txBox="1"/>
          <p:nvPr>
            <p:ph type="title"/>
          </p:nvPr>
        </p:nvSpPr>
        <p:spPr>
          <a:xfrm>
            <a:off x="548300" y="445025"/>
            <a:ext cx="8102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s" sz="2400">
                <a:solidFill>
                  <a:schemeClr val="dk2"/>
                </a:solidFill>
                <a:latin typeface="Lora SemiBold"/>
                <a:ea typeface="Lora SemiBold"/>
                <a:cs typeface="Lora SemiBold"/>
                <a:sym typeface="Lora SemiBold"/>
              </a:rPr>
              <a:t>Análisis de Resultados                    Prueba Final</a:t>
            </a:r>
            <a:endParaRPr b="0" sz="2400">
              <a:solidFill>
                <a:schemeClr val="dk2"/>
              </a:solidFill>
              <a:latin typeface="Lora SemiBold"/>
              <a:ea typeface="Lora SemiBold"/>
              <a:cs typeface="Lora SemiBold"/>
              <a:sym typeface="Lora SemiBold"/>
            </a:endParaRPr>
          </a:p>
        </p:txBody>
      </p:sp>
      <p:sp>
        <p:nvSpPr>
          <p:cNvPr id="518" name="Google Shape;518;p46"/>
          <p:cNvSpPr/>
          <p:nvPr/>
        </p:nvSpPr>
        <p:spPr>
          <a:xfrm>
            <a:off x="8543925" y="1325"/>
            <a:ext cx="1283100" cy="1283100"/>
          </a:xfrm>
          <a:prstGeom prst="ellipse">
            <a:avLst/>
          </a:prstGeom>
          <a:solidFill>
            <a:srgbClr val="755B60">
              <a:alpha val="7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grpSp>
        <p:nvGrpSpPr>
          <p:cNvPr id="519" name="Google Shape;519;p46"/>
          <p:cNvGrpSpPr/>
          <p:nvPr/>
        </p:nvGrpSpPr>
        <p:grpSpPr>
          <a:xfrm>
            <a:off x="-1034507" y="3364751"/>
            <a:ext cx="3074700" cy="2188325"/>
            <a:chOff x="6890293" y="3364751"/>
            <a:chExt cx="3074700" cy="2188325"/>
          </a:xfrm>
        </p:grpSpPr>
        <p:pic>
          <p:nvPicPr>
            <p:cNvPr id="520" name="Google Shape;520;p46"/>
            <p:cNvPicPr preferRelativeResize="0"/>
            <p:nvPr/>
          </p:nvPicPr>
          <p:blipFill>
            <a:blip r:embed="rId3">
              <a:alphaModFix/>
            </a:blip>
            <a:stretch>
              <a:fillRect/>
            </a:stretch>
          </p:blipFill>
          <p:spPr>
            <a:xfrm>
              <a:off x="8387123" y="4048700"/>
              <a:ext cx="1577870" cy="1298572"/>
            </a:xfrm>
            <a:prstGeom prst="rect">
              <a:avLst/>
            </a:prstGeom>
            <a:noFill/>
            <a:ln>
              <a:noFill/>
            </a:ln>
          </p:spPr>
        </p:pic>
        <p:pic>
          <p:nvPicPr>
            <p:cNvPr id="521" name="Google Shape;521;p46"/>
            <p:cNvPicPr preferRelativeResize="0"/>
            <p:nvPr/>
          </p:nvPicPr>
          <p:blipFill>
            <a:blip r:embed="rId3">
              <a:alphaModFix/>
            </a:blip>
            <a:stretch>
              <a:fillRect/>
            </a:stretch>
          </p:blipFill>
          <p:spPr>
            <a:xfrm flipH="1">
              <a:off x="6890293" y="4254504"/>
              <a:ext cx="1577870" cy="1298572"/>
            </a:xfrm>
            <a:prstGeom prst="rect">
              <a:avLst/>
            </a:prstGeom>
            <a:noFill/>
            <a:ln>
              <a:noFill/>
            </a:ln>
          </p:spPr>
        </p:pic>
        <p:pic>
          <p:nvPicPr>
            <p:cNvPr id="522" name="Google Shape;522;p46"/>
            <p:cNvPicPr preferRelativeResize="0"/>
            <p:nvPr/>
          </p:nvPicPr>
          <p:blipFill>
            <a:blip r:embed="rId3">
              <a:alphaModFix/>
            </a:blip>
            <a:stretch>
              <a:fillRect/>
            </a:stretch>
          </p:blipFill>
          <p:spPr>
            <a:xfrm rot="-3887955">
              <a:off x="7703705" y="3616333"/>
              <a:ext cx="1163998" cy="957939"/>
            </a:xfrm>
            <a:prstGeom prst="rect">
              <a:avLst/>
            </a:prstGeom>
            <a:noFill/>
            <a:ln>
              <a:noFill/>
            </a:ln>
          </p:spPr>
        </p:pic>
      </p:grpSp>
      <p:sp>
        <p:nvSpPr>
          <p:cNvPr id="523" name="Google Shape;523;p46"/>
          <p:cNvSpPr txBox="1"/>
          <p:nvPr>
            <p:ph idx="1" type="body"/>
          </p:nvPr>
        </p:nvSpPr>
        <p:spPr>
          <a:xfrm>
            <a:off x="548300" y="1500750"/>
            <a:ext cx="3768600" cy="2142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latin typeface="Lora Medium"/>
                <a:ea typeface="Lora Medium"/>
                <a:cs typeface="Lora Medium"/>
                <a:sym typeface="Lora Medium"/>
              </a:rPr>
              <a:t> </a:t>
            </a:r>
            <a:endParaRPr>
              <a:latin typeface="Lora Medium"/>
              <a:ea typeface="Lora Medium"/>
              <a:cs typeface="Lora Medium"/>
              <a:sym typeface="Lora Medium"/>
            </a:endParaRPr>
          </a:p>
        </p:txBody>
      </p:sp>
      <p:pic>
        <p:nvPicPr>
          <p:cNvPr id="524" name="Google Shape;524;p46"/>
          <p:cNvPicPr preferRelativeResize="0"/>
          <p:nvPr/>
        </p:nvPicPr>
        <p:blipFill>
          <a:blip r:embed="rId4">
            <a:alphaModFix/>
          </a:blip>
          <a:stretch>
            <a:fillRect/>
          </a:stretch>
        </p:blipFill>
        <p:spPr>
          <a:xfrm>
            <a:off x="4284100" y="1811425"/>
            <a:ext cx="4130925" cy="2555751"/>
          </a:xfrm>
          <a:prstGeom prst="rect">
            <a:avLst/>
          </a:prstGeom>
          <a:noFill/>
          <a:ln>
            <a:noFill/>
          </a:ln>
        </p:spPr>
      </p:pic>
      <p:pic>
        <p:nvPicPr>
          <p:cNvPr id="525" name="Google Shape;525;p46"/>
          <p:cNvPicPr preferRelativeResize="0"/>
          <p:nvPr/>
        </p:nvPicPr>
        <p:blipFill>
          <a:blip r:embed="rId5">
            <a:alphaModFix/>
          </a:blip>
          <a:stretch>
            <a:fillRect/>
          </a:stretch>
        </p:blipFill>
        <p:spPr>
          <a:xfrm>
            <a:off x="548300" y="1017725"/>
            <a:ext cx="3735800" cy="259345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9" name="Shape 529"/>
        <p:cNvGrpSpPr/>
        <p:nvPr/>
      </p:nvGrpSpPr>
      <p:grpSpPr>
        <a:xfrm>
          <a:off x="0" y="0"/>
          <a:ext cx="0" cy="0"/>
          <a:chOff x="0" y="0"/>
          <a:chExt cx="0" cy="0"/>
        </a:xfrm>
      </p:grpSpPr>
      <p:sp>
        <p:nvSpPr>
          <p:cNvPr id="530" name="Google Shape;530;p47"/>
          <p:cNvSpPr/>
          <p:nvPr/>
        </p:nvSpPr>
        <p:spPr>
          <a:xfrm>
            <a:off x="533550" y="-16200"/>
            <a:ext cx="3423000" cy="5159700"/>
          </a:xfrm>
          <a:prstGeom prst="rect">
            <a:avLst/>
          </a:prstGeom>
          <a:solidFill>
            <a:srgbClr val="97C160">
              <a:alpha val="294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47"/>
          <p:cNvSpPr txBox="1"/>
          <p:nvPr>
            <p:ph idx="1" type="body"/>
          </p:nvPr>
        </p:nvSpPr>
        <p:spPr>
          <a:xfrm>
            <a:off x="4159450" y="1160575"/>
            <a:ext cx="4316100" cy="3780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s" sz="1600">
                <a:solidFill>
                  <a:srgbClr val="755B60"/>
                </a:solidFill>
                <a:latin typeface="Lora"/>
                <a:ea typeface="Lora"/>
                <a:cs typeface="Lora"/>
                <a:sym typeface="Lora"/>
              </a:rPr>
              <a:t>Ponencia en el evento ICITS'20 - The 2020 International Conference on Information Technology &amp; Systems</a:t>
            </a:r>
            <a:endParaRPr sz="1600">
              <a:solidFill>
                <a:srgbClr val="755B60"/>
              </a:solidFill>
              <a:latin typeface="Lora"/>
              <a:ea typeface="Lora"/>
              <a:cs typeface="Lora"/>
              <a:sym typeface="Lora"/>
            </a:endParaRPr>
          </a:p>
          <a:p>
            <a:pPr indent="0" lvl="0" marL="0" rtl="0" algn="r">
              <a:spcBef>
                <a:spcPts val="1600"/>
              </a:spcBef>
              <a:spcAft>
                <a:spcPts val="0"/>
              </a:spcAft>
              <a:buNone/>
            </a:pPr>
            <a:r>
              <a:rPr lang="es" sz="1600">
                <a:solidFill>
                  <a:srgbClr val="755B60"/>
                </a:solidFill>
                <a:latin typeface="Lora"/>
                <a:ea typeface="Lora"/>
                <a:cs typeface="Lora"/>
                <a:sym typeface="Lora"/>
              </a:rPr>
              <a:t>Publicado en la editorial Springer </a:t>
            </a:r>
            <a:endParaRPr sz="1600">
              <a:solidFill>
                <a:srgbClr val="755B60"/>
              </a:solidFill>
              <a:latin typeface="Lora"/>
              <a:ea typeface="Lora"/>
              <a:cs typeface="Lora"/>
              <a:sym typeface="Lora"/>
            </a:endParaRPr>
          </a:p>
          <a:p>
            <a:pPr indent="0" lvl="0" marL="0" rtl="0" algn="r">
              <a:spcBef>
                <a:spcPts val="1600"/>
              </a:spcBef>
              <a:spcAft>
                <a:spcPts val="0"/>
              </a:spcAft>
              <a:buNone/>
            </a:pPr>
            <a:r>
              <a:rPr lang="es" sz="1200">
                <a:solidFill>
                  <a:srgbClr val="755B60"/>
                </a:solidFill>
                <a:latin typeface="Lora"/>
                <a:ea typeface="Lora"/>
                <a:cs typeface="Lora"/>
                <a:sym typeface="Lora"/>
              </a:rPr>
              <a:t>Muñoz-Araque D.M., García M.H., Gaona-García P.A., Montenegro C. (2020) Navegación of Resources from Tangible Object Recognition to Improve Virtual Tours in Botanical Gardens. </a:t>
            </a:r>
            <a:endParaRPr sz="1200">
              <a:solidFill>
                <a:srgbClr val="755B60"/>
              </a:solidFill>
              <a:latin typeface="Lora"/>
              <a:ea typeface="Lora"/>
              <a:cs typeface="Lora"/>
              <a:sym typeface="Lora"/>
            </a:endParaRPr>
          </a:p>
          <a:p>
            <a:pPr indent="0" lvl="0" marL="0" rtl="0" algn="r">
              <a:spcBef>
                <a:spcPts val="1600"/>
              </a:spcBef>
              <a:spcAft>
                <a:spcPts val="0"/>
              </a:spcAft>
              <a:buNone/>
            </a:pPr>
            <a:r>
              <a:rPr lang="es" sz="1200">
                <a:solidFill>
                  <a:srgbClr val="755B60"/>
                </a:solidFill>
                <a:latin typeface="Lora"/>
                <a:ea typeface="Lora"/>
                <a:cs typeface="Lora"/>
                <a:sym typeface="Lora"/>
              </a:rPr>
              <a:t>ICITS 2020. Advances in Intelligent Systems and Computing, vol 1137. Springer, Cham.</a:t>
            </a:r>
            <a:r>
              <a:rPr lang="es" sz="1600">
                <a:solidFill>
                  <a:srgbClr val="755B60"/>
                </a:solidFill>
                <a:latin typeface="Lora"/>
                <a:ea typeface="Lora"/>
                <a:cs typeface="Lora"/>
                <a:sym typeface="Lora"/>
              </a:rPr>
              <a:t> </a:t>
            </a:r>
            <a:endParaRPr sz="1600">
              <a:solidFill>
                <a:srgbClr val="755B60"/>
              </a:solidFill>
              <a:latin typeface="Lora"/>
              <a:ea typeface="Lora"/>
              <a:cs typeface="Lora"/>
              <a:sym typeface="Lora"/>
            </a:endParaRPr>
          </a:p>
          <a:p>
            <a:pPr indent="0" lvl="0" marL="0" rtl="0" algn="r">
              <a:spcBef>
                <a:spcPts val="1600"/>
              </a:spcBef>
              <a:spcAft>
                <a:spcPts val="1600"/>
              </a:spcAft>
              <a:buNone/>
            </a:pPr>
            <a:r>
              <a:t/>
            </a:r>
            <a:endParaRPr sz="1600">
              <a:solidFill>
                <a:srgbClr val="755B60"/>
              </a:solidFill>
              <a:latin typeface="Lora"/>
              <a:ea typeface="Lora"/>
              <a:cs typeface="Lora"/>
              <a:sym typeface="Lora"/>
            </a:endParaRPr>
          </a:p>
        </p:txBody>
      </p:sp>
      <p:sp>
        <p:nvSpPr>
          <p:cNvPr id="532" name="Google Shape;532;p47"/>
          <p:cNvSpPr txBox="1"/>
          <p:nvPr>
            <p:ph type="title"/>
          </p:nvPr>
        </p:nvSpPr>
        <p:spPr>
          <a:xfrm>
            <a:off x="4492775" y="445025"/>
            <a:ext cx="39828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b="0" lang="es" sz="2400">
                <a:solidFill>
                  <a:srgbClr val="755B60"/>
                </a:solidFill>
                <a:latin typeface="Lora Medium"/>
                <a:ea typeface="Lora Medium"/>
                <a:cs typeface="Lora Medium"/>
                <a:sym typeface="Lora Medium"/>
              </a:rPr>
              <a:t>Aportes</a:t>
            </a:r>
            <a:endParaRPr b="0" sz="2400">
              <a:solidFill>
                <a:srgbClr val="755B60"/>
              </a:solidFill>
              <a:latin typeface="Lora Medium"/>
              <a:ea typeface="Lora Medium"/>
              <a:cs typeface="Lora Medium"/>
              <a:sym typeface="Lora Medium"/>
            </a:endParaRPr>
          </a:p>
        </p:txBody>
      </p:sp>
      <p:sp>
        <p:nvSpPr>
          <p:cNvPr id="533" name="Google Shape;533;p47"/>
          <p:cNvSpPr/>
          <p:nvPr/>
        </p:nvSpPr>
        <p:spPr>
          <a:xfrm>
            <a:off x="8543925" y="1325"/>
            <a:ext cx="1283100" cy="1283100"/>
          </a:xfrm>
          <a:prstGeom prst="ellipse">
            <a:avLst/>
          </a:prstGeom>
          <a:solidFill>
            <a:srgbClr val="755B60">
              <a:alpha val="7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grpSp>
        <p:nvGrpSpPr>
          <p:cNvPr id="534" name="Google Shape;534;p47"/>
          <p:cNvGrpSpPr/>
          <p:nvPr/>
        </p:nvGrpSpPr>
        <p:grpSpPr>
          <a:xfrm>
            <a:off x="1497110" y="3978278"/>
            <a:ext cx="1452181" cy="1033765"/>
            <a:chOff x="6890293" y="3364751"/>
            <a:chExt cx="3074700" cy="2188325"/>
          </a:xfrm>
        </p:grpSpPr>
        <p:pic>
          <p:nvPicPr>
            <p:cNvPr id="535" name="Google Shape;535;p47"/>
            <p:cNvPicPr preferRelativeResize="0"/>
            <p:nvPr/>
          </p:nvPicPr>
          <p:blipFill>
            <a:blip r:embed="rId3">
              <a:alphaModFix/>
            </a:blip>
            <a:stretch>
              <a:fillRect/>
            </a:stretch>
          </p:blipFill>
          <p:spPr>
            <a:xfrm>
              <a:off x="8387123" y="4048700"/>
              <a:ext cx="1577870" cy="1298572"/>
            </a:xfrm>
            <a:prstGeom prst="rect">
              <a:avLst/>
            </a:prstGeom>
            <a:noFill/>
            <a:ln>
              <a:noFill/>
            </a:ln>
          </p:spPr>
        </p:pic>
        <p:pic>
          <p:nvPicPr>
            <p:cNvPr id="536" name="Google Shape;536;p47"/>
            <p:cNvPicPr preferRelativeResize="0"/>
            <p:nvPr/>
          </p:nvPicPr>
          <p:blipFill>
            <a:blip r:embed="rId3">
              <a:alphaModFix/>
            </a:blip>
            <a:stretch>
              <a:fillRect/>
            </a:stretch>
          </p:blipFill>
          <p:spPr>
            <a:xfrm flipH="1">
              <a:off x="6890293" y="4254504"/>
              <a:ext cx="1577870" cy="1298572"/>
            </a:xfrm>
            <a:prstGeom prst="rect">
              <a:avLst/>
            </a:prstGeom>
            <a:noFill/>
            <a:ln>
              <a:noFill/>
            </a:ln>
          </p:spPr>
        </p:pic>
        <p:pic>
          <p:nvPicPr>
            <p:cNvPr id="537" name="Google Shape;537;p47"/>
            <p:cNvPicPr preferRelativeResize="0"/>
            <p:nvPr/>
          </p:nvPicPr>
          <p:blipFill>
            <a:blip r:embed="rId3">
              <a:alphaModFix/>
            </a:blip>
            <a:stretch>
              <a:fillRect/>
            </a:stretch>
          </p:blipFill>
          <p:spPr>
            <a:xfrm rot="-3887955">
              <a:off x="7703705" y="3616333"/>
              <a:ext cx="1163998" cy="957939"/>
            </a:xfrm>
            <a:prstGeom prst="rect">
              <a:avLst/>
            </a:prstGeom>
            <a:noFill/>
            <a:ln>
              <a:noFill/>
            </a:ln>
          </p:spPr>
        </p:pic>
      </p:grpSp>
      <p:sp>
        <p:nvSpPr>
          <p:cNvPr id="538" name="Google Shape;538;p47"/>
          <p:cNvSpPr txBox="1"/>
          <p:nvPr/>
        </p:nvSpPr>
        <p:spPr>
          <a:xfrm>
            <a:off x="533425" y="433925"/>
            <a:ext cx="3423000" cy="956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s" sz="1200">
                <a:solidFill>
                  <a:schemeClr val="dk1"/>
                </a:solidFill>
                <a:latin typeface="Lora"/>
                <a:ea typeface="Lora"/>
                <a:cs typeface="Lora"/>
                <a:sym typeface="Lora"/>
              </a:rPr>
              <a:t>Navegación de recursos a partir del Reconocimiento de Objetos Tangibles para mejorar recorridos virtuales en Jardines Botánicos.</a:t>
            </a:r>
            <a:endParaRPr>
              <a:latin typeface="Montserrat"/>
              <a:ea typeface="Montserrat"/>
              <a:cs typeface="Montserrat"/>
              <a:sym typeface="Montserrat"/>
            </a:endParaRPr>
          </a:p>
        </p:txBody>
      </p:sp>
      <p:pic>
        <p:nvPicPr>
          <p:cNvPr id="539" name="Google Shape;539;p47"/>
          <p:cNvPicPr preferRelativeResize="0"/>
          <p:nvPr/>
        </p:nvPicPr>
        <p:blipFill>
          <a:blip r:embed="rId4">
            <a:alphaModFix/>
          </a:blip>
          <a:stretch>
            <a:fillRect/>
          </a:stretch>
        </p:blipFill>
        <p:spPr>
          <a:xfrm>
            <a:off x="533425" y="1553219"/>
            <a:ext cx="3422999" cy="236000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3" name="Shape 543"/>
        <p:cNvGrpSpPr/>
        <p:nvPr/>
      </p:nvGrpSpPr>
      <p:grpSpPr>
        <a:xfrm>
          <a:off x="0" y="0"/>
          <a:ext cx="0" cy="0"/>
          <a:chOff x="0" y="0"/>
          <a:chExt cx="0" cy="0"/>
        </a:xfrm>
      </p:grpSpPr>
      <p:sp>
        <p:nvSpPr>
          <p:cNvPr id="544" name="Google Shape;544;p48"/>
          <p:cNvSpPr/>
          <p:nvPr/>
        </p:nvSpPr>
        <p:spPr>
          <a:xfrm>
            <a:off x="533550" y="-16200"/>
            <a:ext cx="3423000" cy="5159700"/>
          </a:xfrm>
          <a:prstGeom prst="rect">
            <a:avLst/>
          </a:prstGeom>
          <a:solidFill>
            <a:srgbClr val="97C160">
              <a:alpha val="294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48"/>
          <p:cNvSpPr txBox="1"/>
          <p:nvPr>
            <p:ph type="title"/>
          </p:nvPr>
        </p:nvSpPr>
        <p:spPr>
          <a:xfrm>
            <a:off x="4492775" y="445025"/>
            <a:ext cx="39828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b="0" lang="es" sz="2400">
                <a:solidFill>
                  <a:srgbClr val="755B60"/>
                </a:solidFill>
                <a:latin typeface="Lora Medium"/>
                <a:ea typeface="Lora Medium"/>
                <a:cs typeface="Lora Medium"/>
                <a:sym typeface="Lora Medium"/>
              </a:rPr>
              <a:t>Aportes</a:t>
            </a:r>
            <a:endParaRPr b="0" sz="2400">
              <a:solidFill>
                <a:srgbClr val="755B60"/>
              </a:solidFill>
              <a:latin typeface="Lora Medium"/>
              <a:ea typeface="Lora Medium"/>
              <a:cs typeface="Lora Medium"/>
              <a:sym typeface="Lora Medium"/>
            </a:endParaRPr>
          </a:p>
        </p:txBody>
      </p:sp>
      <p:sp>
        <p:nvSpPr>
          <p:cNvPr id="546" name="Google Shape;546;p48"/>
          <p:cNvSpPr/>
          <p:nvPr/>
        </p:nvSpPr>
        <p:spPr>
          <a:xfrm>
            <a:off x="8543925" y="1325"/>
            <a:ext cx="1283100" cy="1283100"/>
          </a:xfrm>
          <a:prstGeom prst="ellipse">
            <a:avLst/>
          </a:prstGeom>
          <a:solidFill>
            <a:srgbClr val="755B60">
              <a:alpha val="7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grpSp>
        <p:nvGrpSpPr>
          <p:cNvPr id="547" name="Google Shape;547;p48"/>
          <p:cNvGrpSpPr/>
          <p:nvPr/>
        </p:nvGrpSpPr>
        <p:grpSpPr>
          <a:xfrm>
            <a:off x="1497110" y="3978278"/>
            <a:ext cx="1452181" cy="1033765"/>
            <a:chOff x="6890293" y="3364751"/>
            <a:chExt cx="3074700" cy="2188325"/>
          </a:xfrm>
        </p:grpSpPr>
        <p:pic>
          <p:nvPicPr>
            <p:cNvPr id="548" name="Google Shape;548;p48"/>
            <p:cNvPicPr preferRelativeResize="0"/>
            <p:nvPr/>
          </p:nvPicPr>
          <p:blipFill>
            <a:blip r:embed="rId3">
              <a:alphaModFix/>
            </a:blip>
            <a:stretch>
              <a:fillRect/>
            </a:stretch>
          </p:blipFill>
          <p:spPr>
            <a:xfrm>
              <a:off x="8387123" y="4048700"/>
              <a:ext cx="1577870" cy="1298572"/>
            </a:xfrm>
            <a:prstGeom prst="rect">
              <a:avLst/>
            </a:prstGeom>
            <a:noFill/>
            <a:ln>
              <a:noFill/>
            </a:ln>
          </p:spPr>
        </p:pic>
        <p:pic>
          <p:nvPicPr>
            <p:cNvPr id="549" name="Google Shape;549;p48"/>
            <p:cNvPicPr preferRelativeResize="0"/>
            <p:nvPr/>
          </p:nvPicPr>
          <p:blipFill>
            <a:blip r:embed="rId3">
              <a:alphaModFix/>
            </a:blip>
            <a:stretch>
              <a:fillRect/>
            </a:stretch>
          </p:blipFill>
          <p:spPr>
            <a:xfrm flipH="1">
              <a:off x="6890293" y="4254504"/>
              <a:ext cx="1577870" cy="1298572"/>
            </a:xfrm>
            <a:prstGeom prst="rect">
              <a:avLst/>
            </a:prstGeom>
            <a:noFill/>
            <a:ln>
              <a:noFill/>
            </a:ln>
          </p:spPr>
        </p:pic>
        <p:pic>
          <p:nvPicPr>
            <p:cNvPr id="550" name="Google Shape;550;p48"/>
            <p:cNvPicPr preferRelativeResize="0"/>
            <p:nvPr/>
          </p:nvPicPr>
          <p:blipFill>
            <a:blip r:embed="rId3">
              <a:alphaModFix/>
            </a:blip>
            <a:stretch>
              <a:fillRect/>
            </a:stretch>
          </p:blipFill>
          <p:spPr>
            <a:xfrm rot="-3887955">
              <a:off x="7703705" y="3616333"/>
              <a:ext cx="1163998" cy="957939"/>
            </a:xfrm>
            <a:prstGeom prst="rect">
              <a:avLst/>
            </a:prstGeom>
            <a:noFill/>
            <a:ln>
              <a:noFill/>
            </a:ln>
          </p:spPr>
        </p:pic>
      </p:grpSp>
      <p:sp>
        <p:nvSpPr>
          <p:cNvPr id="551" name="Google Shape;551;p48"/>
          <p:cNvSpPr txBox="1"/>
          <p:nvPr/>
        </p:nvSpPr>
        <p:spPr>
          <a:xfrm>
            <a:off x="533425" y="433925"/>
            <a:ext cx="3423000" cy="814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s" sz="1200">
                <a:solidFill>
                  <a:schemeClr val="dk1"/>
                </a:solidFill>
                <a:latin typeface="Lora"/>
                <a:ea typeface="Lora"/>
                <a:cs typeface="Lora"/>
                <a:sym typeface="Lora"/>
              </a:rPr>
              <a:t>Modelo basado en Reconocimiento De Objetos Tangibles para facilitar Recorridos de Interés en Jardines Botánicos</a:t>
            </a:r>
            <a:r>
              <a:rPr lang="es" sz="1200">
                <a:solidFill>
                  <a:schemeClr val="dk1"/>
                </a:solidFill>
                <a:latin typeface="Lora"/>
                <a:ea typeface="Lora"/>
                <a:cs typeface="Lora"/>
                <a:sym typeface="Lora"/>
              </a:rPr>
              <a:t>.</a:t>
            </a:r>
            <a:endParaRPr>
              <a:latin typeface="Montserrat"/>
              <a:ea typeface="Montserrat"/>
              <a:cs typeface="Montserrat"/>
              <a:sym typeface="Montserrat"/>
            </a:endParaRPr>
          </a:p>
        </p:txBody>
      </p:sp>
      <p:pic>
        <p:nvPicPr>
          <p:cNvPr id="552" name="Google Shape;552;p48"/>
          <p:cNvPicPr preferRelativeResize="0"/>
          <p:nvPr/>
        </p:nvPicPr>
        <p:blipFill rotWithShape="1">
          <a:blip r:embed="rId4">
            <a:alphaModFix/>
          </a:blip>
          <a:srcRect b="4781" l="0" r="0" t="5347"/>
          <a:stretch/>
        </p:blipFill>
        <p:spPr>
          <a:xfrm>
            <a:off x="533425" y="1750350"/>
            <a:ext cx="3423002" cy="1725575"/>
          </a:xfrm>
          <a:prstGeom prst="rect">
            <a:avLst/>
          </a:prstGeom>
          <a:noFill/>
          <a:ln>
            <a:noFill/>
          </a:ln>
        </p:spPr>
      </p:pic>
      <p:sp>
        <p:nvSpPr>
          <p:cNvPr id="553" name="Google Shape;553;p48"/>
          <p:cNvSpPr txBox="1"/>
          <p:nvPr>
            <p:ph idx="1" type="body"/>
          </p:nvPr>
        </p:nvSpPr>
        <p:spPr>
          <a:xfrm>
            <a:off x="4572000" y="1668725"/>
            <a:ext cx="3982800" cy="1903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s" sz="1600">
                <a:solidFill>
                  <a:srgbClr val="755B60"/>
                </a:solidFill>
                <a:latin typeface="Lora"/>
                <a:ea typeface="Lora"/>
                <a:cs typeface="Lora"/>
                <a:sym typeface="Lora"/>
              </a:rPr>
              <a:t>ICOTTS'20 - The 2020 International Conference on Tourism, Technology &amp; Systems</a:t>
            </a:r>
            <a:r>
              <a:rPr lang="es" sz="1600">
                <a:solidFill>
                  <a:srgbClr val="755B60"/>
                </a:solidFill>
                <a:latin typeface="Lora"/>
                <a:ea typeface="Lora"/>
                <a:cs typeface="Lora"/>
                <a:sym typeface="Lora"/>
              </a:rPr>
              <a:t>.</a:t>
            </a:r>
            <a:endParaRPr sz="1600">
              <a:solidFill>
                <a:srgbClr val="755B60"/>
              </a:solidFill>
              <a:latin typeface="Lora"/>
              <a:ea typeface="Lora"/>
              <a:cs typeface="Lora"/>
              <a:sym typeface="Lora"/>
            </a:endParaRPr>
          </a:p>
          <a:p>
            <a:pPr indent="0" lvl="0" marL="0" rtl="0" algn="r">
              <a:spcBef>
                <a:spcPts val="1600"/>
              </a:spcBef>
              <a:spcAft>
                <a:spcPts val="0"/>
              </a:spcAft>
              <a:buNone/>
            </a:pPr>
            <a:r>
              <a:rPr lang="es" sz="1600">
                <a:latin typeface="Lora"/>
                <a:ea typeface="Lora"/>
                <a:cs typeface="Lora"/>
                <a:sym typeface="Lora"/>
              </a:rPr>
              <a:t>Ponencia enviada y aceptada en el evento a realizarse en Noviembre 2020</a:t>
            </a:r>
            <a:r>
              <a:rPr lang="es" sz="1600">
                <a:solidFill>
                  <a:srgbClr val="755B60"/>
                </a:solidFill>
                <a:latin typeface="Lora"/>
                <a:ea typeface="Lora"/>
                <a:cs typeface="Lora"/>
                <a:sym typeface="Lora"/>
              </a:rPr>
              <a:t> </a:t>
            </a:r>
            <a:endParaRPr sz="1600">
              <a:solidFill>
                <a:srgbClr val="755B60"/>
              </a:solidFill>
              <a:latin typeface="Lora"/>
              <a:ea typeface="Lora"/>
              <a:cs typeface="Lora"/>
              <a:sym typeface="Lora"/>
            </a:endParaRPr>
          </a:p>
          <a:p>
            <a:pPr indent="0" lvl="0" marL="0" rtl="0" algn="r">
              <a:spcBef>
                <a:spcPts val="1600"/>
              </a:spcBef>
              <a:spcAft>
                <a:spcPts val="1600"/>
              </a:spcAft>
              <a:buNone/>
            </a:pPr>
            <a:r>
              <a:t/>
            </a:r>
            <a:endParaRPr sz="1600">
              <a:solidFill>
                <a:srgbClr val="755B60"/>
              </a:solidFill>
              <a:latin typeface="Lora"/>
              <a:ea typeface="Lora"/>
              <a:cs typeface="Lora"/>
              <a:sym typeface="Lor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pic>
        <p:nvPicPr>
          <p:cNvPr id="558" name="Google Shape;558;p49"/>
          <p:cNvPicPr preferRelativeResize="0"/>
          <p:nvPr/>
        </p:nvPicPr>
        <p:blipFill rotWithShape="1">
          <a:blip r:embed="rId3">
            <a:alphaModFix/>
          </a:blip>
          <a:srcRect b="0" l="0" r="0" t="15361"/>
          <a:stretch/>
        </p:blipFill>
        <p:spPr>
          <a:xfrm>
            <a:off x="-625" y="0"/>
            <a:ext cx="9144000" cy="5143500"/>
          </a:xfrm>
          <a:prstGeom prst="rect">
            <a:avLst/>
          </a:prstGeom>
          <a:noFill/>
          <a:ln>
            <a:noFill/>
          </a:ln>
        </p:spPr>
      </p:pic>
      <p:sp>
        <p:nvSpPr>
          <p:cNvPr id="559" name="Google Shape;559;p49"/>
          <p:cNvSpPr/>
          <p:nvPr/>
        </p:nvSpPr>
        <p:spPr>
          <a:xfrm>
            <a:off x="-600" y="150"/>
            <a:ext cx="9144000" cy="5143500"/>
          </a:xfrm>
          <a:prstGeom prst="rect">
            <a:avLst/>
          </a:prstGeom>
          <a:solidFill>
            <a:srgbClr val="F8FFEF">
              <a:alpha val="45100"/>
            </a:srgbClr>
          </a:solidFill>
          <a:ln cap="flat" cmpd="sng" w="9525">
            <a:solidFill>
              <a:schemeClr val="dk2"/>
            </a:solidFill>
            <a:prstDash val="solid"/>
            <a:round/>
            <a:headEnd len="sm" w="sm" type="none"/>
            <a:tailEnd len="sm" w="sm" type="none"/>
          </a:ln>
          <a:effectLst>
            <a:reflection blurRad="0" dir="5400000" dist="38100" endA="0" endPos="30000" fadeDir="5400012" kx="0" rotWithShape="0" algn="bl" stPos="0" sy="-100000" ky="0"/>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49"/>
          <p:cNvSpPr/>
          <p:nvPr/>
        </p:nvSpPr>
        <p:spPr>
          <a:xfrm>
            <a:off x="0" y="1076325"/>
            <a:ext cx="4621800" cy="1552800"/>
          </a:xfrm>
          <a:prstGeom prst="rect">
            <a:avLst/>
          </a:prstGeom>
          <a:solidFill>
            <a:srgbClr val="F8FFEF">
              <a:alpha val="9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49"/>
          <p:cNvSpPr/>
          <p:nvPr/>
        </p:nvSpPr>
        <p:spPr>
          <a:xfrm>
            <a:off x="-704850" y="1211175"/>
            <a:ext cx="1283100" cy="1283100"/>
          </a:xfrm>
          <a:prstGeom prst="ellipse">
            <a:avLst/>
          </a:prstGeom>
          <a:solidFill>
            <a:srgbClr val="755B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sp>
        <p:nvSpPr>
          <p:cNvPr id="562" name="Google Shape;562;p49"/>
          <p:cNvSpPr txBox="1"/>
          <p:nvPr>
            <p:ph type="title"/>
          </p:nvPr>
        </p:nvSpPr>
        <p:spPr>
          <a:xfrm>
            <a:off x="311700" y="1465050"/>
            <a:ext cx="40230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s" sz="2400"/>
              <a:t>CONCLUSIONES</a:t>
            </a:r>
            <a:endParaRPr b="0" sz="24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FEF">
            <a:alpha val="92160"/>
          </a:srgbClr>
        </a:solidFill>
      </p:bgPr>
    </p:bg>
    <p:spTree>
      <p:nvGrpSpPr>
        <p:cNvPr id="566" name="Shape 566"/>
        <p:cNvGrpSpPr/>
        <p:nvPr/>
      </p:nvGrpSpPr>
      <p:grpSpPr>
        <a:xfrm>
          <a:off x="0" y="0"/>
          <a:ext cx="0" cy="0"/>
          <a:chOff x="0" y="0"/>
          <a:chExt cx="0" cy="0"/>
        </a:xfrm>
      </p:grpSpPr>
      <p:sp>
        <p:nvSpPr>
          <p:cNvPr id="567" name="Google Shape;567;p50"/>
          <p:cNvSpPr txBox="1"/>
          <p:nvPr>
            <p:ph type="title"/>
          </p:nvPr>
        </p:nvSpPr>
        <p:spPr>
          <a:xfrm>
            <a:off x="548300" y="445025"/>
            <a:ext cx="8102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s" sz="2400">
                <a:solidFill>
                  <a:schemeClr val="dk2"/>
                </a:solidFill>
                <a:latin typeface="Lora SemiBold"/>
                <a:ea typeface="Lora SemiBold"/>
                <a:cs typeface="Lora SemiBold"/>
                <a:sym typeface="Lora SemiBold"/>
              </a:rPr>
              <a:t>Conclusiones</a:t>
            </a:r>
            <a:endParaRPr b="0" sz="2400">
              <a:solidFill>
                <a:schemeClr val="dk2"/>
              </a:solidFill>
              <a:latin typeface="Lora SemiBold"/>
              <a:ea typeface="Lora SemiBold"/>
              <a:cs typeface="Lora SemiBold"/>
              <a:sym typeface="Lora SemiBold"/>
            </a:endParaRPr>
          </a:p>
        </p:txBody>
      </p:sp>
      <p:sp>
        <p:nvSpPr>
          <p:cNvPr id="568" name="Google Shape;568;p50"/>
          <p:cNvSpPr txBox="1"/>
          <p:nvPr>
            <p:ph idx="1" type="body"/>
          </p:nvPr>
        </p:nvSpPr>
        <p:spPr>
          <a:xfrm>
            <a:off x="3291250" y="1521850"/>
            <a:ext cx="5054700" cy="2515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s" sz="1200">
                <a:latin typeface="Lora"/>
                <a:ea typeface="Lora"/>
                <a:cs typeface="Lora"/>
                <a:sym typeface="Lora"/>
              </a:rPr>
              <a:t>El aprendizaje en las personas se ve motivado por la utilización de herramientas interactivas, las experiencias y retroalimentación para generar conocimiento y asociar conceptos de forma permanente.</a:t>
            </a:r>
            <a:endParaRPr sz="1200">
              <a:latin typeface="Lora"/>
              <a:ea typeface="Lora"/>
              <a:cs typeface="Lora"/>
              <a:sym typeface="Lora"/>
            </a:endParaRPr>
          </a:p>
          <a:p>
            <a:pPr indent="0" lvl="0" marL="0" rtl="0" algn="l">
              <a:lnSpc>
                <a:spcPct val="150000"/>
              </a:lnSpc>
              <a:spcBef>
                <a:spcPts val="500"/>
              </a:spcBef>
              <a:spcAft>
                <a:spcPts val="0"/>
              </a:spcAft>
              <a:buNone/>
            </a:pPr>
            <a:r>
              <a:t/>
            </a:r>
            <a:endParaRPr sz="1200">
              <a:latin typeface="Lora"/>
              <a:ea typeface="Lora"/>
              <a:cs typeface="Lora"/>
              <a:sym typeface="Lora"/>
            </a:endParaRPr>
          </a:p>
          <a:p>
            <a:pPr indent="0" lvl="0" marL="0" rtl="0" algn="l">
              <a:lnSpc>
                <a:spcPct val="150000"/>
              </a:lnSpc>
              <a:spcBef>
                <a:spcPts val="500"/>
              </a:spcBef>
              <a:spcAft>
                <a:spcPts val="0"/>
              </a:spcAft>
              <a:buNone/>
            </a:pPr>
            <a:r>
              <a:rPr lang="es" sz="1200">
                <a:latin typeface="Lora"/>
                <a:ea typeface="Lora"/>
                <a:cs typeface="Lora"/>
                <a:sym typeface="Lora"/>
              </a:rPr>
              <a:t>Al dividir el espacio de forma </a:t>
            </a:r>
            <a:r>
              <a:rPr lang="es" sz="1200">
                <a:latin typeface="Lora"/>
                <a:ea typeface="Lora"/>
                <a:cs typeface="Lora"/>
                <a:sym typeface="Lora"/>
              </a:rPr>
              <a:t>jerárquica</a:t>
            </a:r>
            <a:r>
              <a:rPr lang="es" sz="1200">
                <a:latin typeface="Lora"/>
                <a:ea typeface="Lora"/>
                <a:cs typeface="Lora"/>
                <a:sym typeface="Lora"/>
              </a:rPr>
              <a:t> existe una forma más accesible a los conceptos dentro del espacio natural, las colecciones y especímenes podrán ser reconocidos más fácil dentro del ambiente real. </a:t>
            </a:r>
            <a:endParaRPr sz="1200">
              <a:latin typeface="Lora"/>
              <a:ea typeface="Lora"/>
              <a:cs typeface="Lora"/>
              <a:sym typeface="Lora"/>
            </a:endParaRPr>
          </a:p>
          <a:p>
            <a:pPr indent="0" lvl="0" marL="0" rtl="0" algn="l">
              <a:lnSpc>
                <a:spcPct val="150000"/>
              </a:lnSpc>
              <a:spcBef>
                <a:spcPts val="500"/>
              </a:spcBef>
              <a:spcAft>
                <a:spcPts val="1600"/>
              </a:spcAft>
              <a:buNone/>
            </a:pPr>
            <a:r>
              <a:t/>
            </a:r>
            <a:endParaRPr sz="1200">
              <a:latin typeface="Lora"/>
              <a:ea typeface="Lora"/>
              <a:cs typeface="Lora"/>
              <a:sym typeface="Lora"/>
            </a:endParaRPr>
          </a:p>
        </p:txBody>
      </p:sp>
      <p:sp>
        <p:nvSpPr>
          <p:cNvPr id="569" name="Google Shape;569;p50"/>
          <p:cNvSpPr/>
          <p:nvPr/>
        </p:nvSpPr>
        <p:spPr>
          <a:xfrm>
            <a:off x="8543925" y="1325"/>
            <a:ext cx="1283100" cy="1283100"/>
          </a:xfrm>
          <a:prstGeom prst="ellipse">
            <a:avLst/>
          </a:prstGeom>
          <a:solidFill>
            <a:srgbClr val="755B60">
              <a:alpha val="7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grpSp>
        <p:nvGrpSpPr>
          <p:cNvPr id="570" name="Google Shape;570;p50"/>
          <p:cNvGrpSpPr/>
          <p:nvPr/>
        </p:nvGrpSpPr>
        <p:grpSpPr>
          <a:xfrm>
            <a:off x="-1034507" y="3364751"/>
            <a:ext cx="3074700" cy="2188325"/>
            <a:chOff x="6890293" y="3364751"/>
            <a:chExt cx="3074700" cy="2188325"/>
          </a:xfrm>
        </p:grpSpPr>
        <p:pic>
          <p:nvPicPr>
            <p:cNvPr id="571" name="Google Shape;571;p50"/>
            <p:cNvPicPr preferRelativeResize="0"/>
            <p:nvPr/>
          </p:nvPicPr>
          <p:blipFill>
            <a:blip r:embed="rId3">
              <a:alphaModFix/>
            </a:blip>
            <a:stretch>
              <a:fillRect/>
            </a:stretch>
          </p:blipFill>
          <p:spPr>
            <a:xfrm>
              <a:off x="8387123" y="4048700"/>
              <a:ext cx="1577870" cy="1298572"/>
            </a:xfrm>
            <a:prstGeom prst="rect">
              <a:avLst/>
            </a:prstGeom>
            <a:noFill/>
            <a:ln>
              <a:noFill/>
            </a:ln>
          </p:spPr>
        </p:pic>
        <p:pic>
          <p:nvPicPr>
            <p:cNvPr id="572" name="Google Shape;572;p50"/>
            <p:cNvPicPr preferRelativeResize="0"/>
            <p:nvPr/>
          </p:nvPicPr>
          <p:blipFill>
            <a:blip r:embed="rId3">
              <a:alphaModFix/>
            </a:blip>
            <a:stretch>
              <a:fillRect/>
            </a:stretch>
          </p:blipFill>
          <p:spPr>
            <a:xfrm flipH="1">
              <a:off x="6890293" y="4254504"/>
              <a:ext cx="1577870" cy="1298572"/>
            </a:xfrm>
            <a:prstGeom prst="rect">
              <a:avLst/>
            </a:prstGeom>
            <a:noFill/>
            <a:ln>
              <a:noFill/>
            </a:ln>
          </p:spPr>
        </p:pic>
        <p:pic>
          <p:nvPicPr>
            <p:cNvPr id="573" name="Google Shape;573;p50"/>
            <p:cNvPicPr preferRelativeResize="0"/>
            <p:nvPr/>
          </p:nvPicPr>
          <p:blipFill>
            <a:blip r:embed="rId3">
              <a:alphaModFix/>
            </a:blip>
            <a:stretch>
              <a:fillRect/>
            </a:stretch>
          </p:blipFill>
          <p:spPr>
            <a:xfrm rot="-3887955">
              <a:off x="7703705" y="3616333"/>
              <a:ext cx="1163998" cy="957939"/>
            </a:xfrm>
            <a:prstGeom prst="rect">
              <a:avLst/>
            </a:prstGeom>
            <a:noFill/>
            <a:ln>
              <a:noFill/>
            </a:ln>
          </p:spPr>
        </p:pic>
      </p:grpSp>
      <p:pic>
        <p:nvPicPr>
          <p:cNvPr id="574" name="Google Shape;574;p50"/>
          <p:cNvPicPr preferRelativeResize="0"/>
          <p:nvPr/>
        </p:nvPicPr>
        <p:blipFill>
          <a:blip r:embed="rId4">
            <a:alphaModFix/>
          </a:blip>
          <a:stretch>
            <a:fillRect/>
          </a:stretch>
        </p:blipFill>
        <p:spPr>
          <a:xfrm>
            <a:off x="2471025" y="1699775"/>
            <a:ext cx="628475" cy="628475"/>
          </a:xfrm>
          <a:prstGeom prst="rect">
            <a:avLst/>
          </a:prstGeom>
          <a:noFill/>
          <a:ln>
            <a:noFill/>
          </a:ln>
        </p:spPr>
      </p:pic>
      <p:pic>
        <p:nvPicPr>
          <p:cNvPr id="575" name="Google Shape;575;p50"/>
          <p:cNvPicPr preferRelativeResize="0"/>
          <p:nvPr/>
        </p:nvPicPr>
        <p:blipFill>
          <a:blip r:embed="rId5">
            <a:alphaModFix/>
          </a:blip>
          <a:stretch>
            <a:fillRect/>
          </a:stretch>
        </p:blipFill>
        <p:spPr>
          <a:xfrm>
            <a:off x="2471024" y="3045725"/>
            <a:ext cx="628475" cy="6284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FEF">
            <a:alpha val="92160"/>
          </a:srgbClr>
        </a:solidFill>
      </p:bgPr>
    </p:bg>
    <p:spTree>
      <p:nvGrpSpPr>
        <p:cNvPr id="579" name="Shape 579"/>
        <p:cNvGrpSpPr/>
        <p:nvPr/>
      </p:nvGrpSpPr>
      <p:grpSpPr>
        <a:xfrm>
          <a:off x="0" y="0"/>
          <a:ext cx="0" cy="0"/>
          <a:chOff x="0" y="0"/>
          <a:chExt cx="0" cy="0"/>
        </a:xfrm>
      </p:grpSpPr>
      <p:sp>
        <p:nvSpPr>
          <p:cNvPr id="580" name="Google Shape;580;p51"/>
          <p:cNvSpPr txBox="1"/>
          <p:nvPr>
            <p:ph type="title"/>
          </p:nvPr>
        </p:nvSpPr>
        <p:spPr>
          <a:xfrm>
            <a:off x="548300" y="445025"/>
            <a:ext cx="8102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s" sz="2400">
                <a:solidFill>
                  <a:schemeClr val="dk2"/>
                </a:solidFill>
                <a:latin typeface="Lora SemiBold"/>
                <a:ea typeface="Lora SemiBold"/>
                <a:cs typeface="Lora SemiBold"/>
                <a:sym typeface="Lora SemiBold"/>
              </a:rPr>
              <a:t>Conclusiones</a:t>
            </a:r>
            <a:endParaRPr b="0" sz="2400">
              <a:solidFill>
                <a:schemeClr val="dk2"/>
              </a:solidFill>
              <a:latin typeface="Lora SemiBold"/>
              <a:ea typeface="Lora SemiBold"/>
              <a:cs typeface="Lora SemiBold"/>
              <a:sym typeface="Lora SemiBold"/>
            </a:endParaRPr>
          </a:p>
        </p:txBody>
      </p:sp>
      <p:sp>
        <p:nvSpPr>
          <p:cNvPr id="581" name="Google Shape;581;p51"/>
          <p:cNvSpPr txBox="1"/>
          <p:nvPr>
            <p:ph idx="1" type="body"/>
          </p:nvPr>
        </p:nvSpPr>
        <p:spPr>
          <a:xfrm>
            <a:off x="3291250" y="1228675"/>
            <a:ext cx="5054700" cy="26583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s" sz="1200">
                <a:latin typeface="Lora"/>
                <a:ea typeface="Lora"/>
                <a:cs typeface="Lora"/>
                <a:sym typeface="Lora"/>
              </a:rPr>
              <a:t>Implementar un sistema de organización de conocimientos permite la gestión de la información de una manera más estable, catalogar los conceptos ayuda a los usuarios a crear una línea de reconocimiento.</a:t>
            </a:r>
            <a:endParaRPr sz="1200">
              <a:latin typeface="Lora"/>
              <a:ea typeface="Lora"/>
              <a:cs typeface="Lora"/>
              <a:sym typeface="Lora"/>
            </a:endParaRPr>
          </a:p>
          <a:p>
            <a:pPr indent="0" lvl="0" marL="0" rtl="0" algn="l">
              <a:lnSpc>
                <a:spcPct val="150000"/>
              </a:lnSpc>
              <a:spcBef>
                <a:spcPts val="500"/>
              </a:spcBef>
              <a:spcAft>
                <a:spcPts val="0"/>
              </a:spcAft>
              <a:buNone/>
            </a:pPr>
            <a:r>
              <a:t/>
            </a:r>
            <a:endParaRPr sz="1200">
              <a:latin typeface="Lora"/>
              <a:ea typeface="Lora"/>
              <a:cs typeface="Lora"/>
              <a:sym typeface="Lora"/>
            </a:endParaRPr>
          </a:p>
          <a:p>
            <a:pPr indent="0" lvl="0" marL="0" rtl="0" algn="l">
              <a:lnSpc>
                <a:spcPct val="150000"/>
              </a:lnSpc>
              <a:spcBef>
                <a:spcPts val="500"/>
              </a:spcBef>
              <a:spcAft>
                <a:spcPts val="0"/>
              </a:spcAft>
              <a:buNone/>
            </a:pPr>
            <a:r>
              <a:rPr lang="es" sz="1200">
                <a:latin typeface="Lora"/>
                <a:ea typeface="Lora"/>
                <a:cs typeface="Lora"/>
                <a:sym typeface="Lora"/>
              </a:rPr>
              <a:t>Se utilizaron sistemas de evaluación que nos facilitaron interpretar la interacción de las personas con el prototipo para identificar el nivel de usabilidad y el impacto que causó en las personas y establecer el nivel de aprendizaje durante su interacción.</a:t>
            </a:r>
            <a:endParaRPr sz="1200">
              <a:latin typeface="Lora"/>
              <a:ea typeface="Lora"/>
              <a:cs typeface="Lora"/>
              <a:sym typeface="Lora"/>
            </a:endParaRPr>
          </a:p>
          <a:p>
            <a:pPr indent="0" lvl="0" marL="0" rtl="0" algn="l">
              <a:lnSpc>
                <a:spcPct val="150000"/>
              </a:lnSpc>
              <a:spcBef>
                <a:spcPts val="500"/>
              </a:spcBef>
              <a:spcAft>
                <a:spcPts val="1600"/>
              </a:spcAft>
              <a:buNone/>
            </a:pPr>
            <a:r>
              <a:t/>
            </a:r>
            <a:endParaRPr sz="1200">
              <a:latin typeface="Lora"/>
              <a:ea typeface="Lora"/>
              <a:cs typeface="Lora"/>
              <a:sym typeface="Lora"/>
            </a:endParaRPr>
          </a:p>
        </p:txBody>
      </p:sp>
      <p:sp>
        <p:nvSpPr>
          <p:cNvPr id="582" name="Google Shape;582;p51"/>
          <p:cNvSpPr/>
          <p:nvPr/>
        </p:nvSpPr>
        <p:spPr>
          <a:xfrm>
            <a:off x="8543925" y="1325"/>
            <a:ext cx="1283100" cy="1283100"/>
          </a:xfrm>
          <a:prstGeom prst="ellipse">
            <a:avLst/>
          </a:prstGeom>
          <a:solidFill>
            <a:srgbClr val="755B60">
              <a:alpha val="7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grpSp>
        <p:nvGrpSpPr>
          <p:cNvPr id="583" name="Google Shape;583;p51"/>
          <p:cNvGrpSpPr/>
          <p:nvPr/>
        </p:nvGrpSpPr>
        <p:grpSpPr>
          <a:xfrm>
            <a:off x="-1034507" y="3364751"/>
            <a:ext cx="3074700" cy="2188325"/>
            <a:chOff x="6890293" y="3364751"/>
            <a:chExt cx="3074700" cy="2188325"/>
          </a:xfrm>
        </p:grpSpPr>
        <p:pic>
          <p:nvPicPr>
            <p:cNvPr id="584" name="Google Shape;584;p51"/>
            <p:cNvPicPr preferRelativeResize="0"/>
            <p:nvPr/>
          </p:nvPicPr>
          <p:blipFill>
            <a:blip r:embed="rId3">
              <a:alphaModFix/>
            </a:blip>
            <a:stretch>
              <a:fillRect/>
            </a:stretch>
          </p:blipFill>
          <p:spPr>
            <a:xfrm>
              <a:off x="8387123" y="4048700"/>
              <a:ext cx="1577870" cy="1298572"/>
            </a:xfrm>
            <a:prstGeom prst="rect">
              <a:avLst/>
            </a:prstGeom>
            <a:noFill/>
            <a:ln>
              <a:noFill/>
            </a:ln>
          </p:spPr>
        </p:pic>
        <p:pic>
          <p:nvPicPr>
            <p:cNvPr id="585" name="Google Shape;585;p51"/>
            <p:cNvPicPr preferRelativeResize="0"/>
            <p:nvPr/>
          </p:nvPicPr>
          <p:blipFill>
            <a:blip r:embed="rId3">
              <a:alphaModFix/>
            </a:blip>
            <a:stretch>
              <a:fillRect/>
            </a:stretch>
          </p:blipFill>
          <p:spPr>
            <a:xfrm flipH="1">
              <a:off x="6890293" y="4254504"/>
              <a:ext cx="1577870" cy="1298572"/>
            </a:xfrm>
            <a:prstGeom prst="rect">
              <a:avLst/>
            </a:prstGeom>
            <a:noFill/>
            <a:ln>
              <a:noFill/>
            </a:ln>
          </p:spPr>
        </p:pic>
        <p:pic>
          <p:nvPicPr>
            <p:cNvPr id="586" name="Google Shape;586;p51"/>
            <p:cNvPicPr preferRelativeResize="0"/>
            <p:nvPr/>
          </p:nvPicPr>
          <p:blipFill>
            <a:blip r:embed="rId3">
              <a:alphaModFix/>
            </a:blip>
            <a:stretch>
              <a:fillRect/>
            </a:stretch>
          </p:blipFill>
          <p:spPr>
            <a:xfrm rot="-3887955">
              <a:off x="7703705" y="3616333"/>
              <a:ext cx="1163998" cy="957939"/>
            </a:xfrm>
            <a:prstGeom prst="rect">
              <a:avLst/>
            </a:prstGeom>
            <a:noFill/>
            <a:ln>
              <a:noFill/>
            </a:ln>
          </p:spPr>
        </p:pic>
      </p:grpSp>
      <p:pic>
        <p:nvPicPr>
          <p:cNvPr id="587" name="Google Shape;587;p51"/>
          <p:cNvPicPr preferRelativeResize="0"/>
          <p:nvPr/>
        </p:nvPicPr>
        <p:blipFill>
          <a:blip r:embed="rId4">
            <a:alphaModFix/>
          </a:blip>
          <a:stretch>
            <a:fillRect/>
          </a:stretch>
        </p:blipFill>
        <p:spPr>
          <a:xfrm>
            <a:off x="2412123" y="1515375"/>
            <a:ext cx="644700" cy="644700"/>
          </a:xfrm>
          <a:prstGeom prst="rect">
            <a:avLst/>
          </a:prstGeom>
          <a:noFill/>
          <a:ln>
            <a:noFill/>
          </a:ln>
        </p:spPr>
      </p:pic>
      <p:pic>
        <p:nvPicPr>
          <p:cNvPr id="588" name="Google Shape;588;p51"/>
          <p:cNvPicPr preferRelativeResize="0"/>
          <p:nvPr/>
        </p:nvPicPr>
        <p:blipFill>
          <a:blip r:embed="rId5">
            <a:alphaModFix/>
          </a:blip>
          <a:stretch>
            <a:fillRect/>
          </a:stretch>
        </p:blipFill>
        <p:spPr>
          <a:xfrm>
            <a:off x="2448125" y="3054250"/>
            <a:ext cx="572700" cy="5727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FEF">
            <a:alpha val="92160"/>
          </a:srgbClr>
        </a:solidFill>
      </p:bgPr>
    </p:bg>
    <p:spTree>
      <p:nvGrpSpPr>
        <p:cNvPr id="592" name="Shape 592"/>
        <p:cNvGrpSpPr/>
        <p:nvPr/>
      </p:nvGrpSpPr>
      <p:grpSpPr>
        <a:xfrm>
          <a:off x="0" y="0"/>
          <a:ext cx="0" cy="0"/>
          <a:chOff x="0" y="0"/>
          <a:chExt cx="0" cy="0"/>
        </a:xfrm>
      </p:grpSpPr>
      <p:pic>
        <p:nvPicPr>
          <p:cNvPr id="593" name="Google Shape;593;p52"/>
          <p:cNvPicPr preferRelativeResize="0"/>
          <p:nvPr/>
        </p:nvPicPr>
        <p:blipFill>
          <a:blip r:embed="rId3">
            <a:alphaModFix/>
          </a:blip>
          <a:stretch>
            <a:fillRect/>
          </a:stretch>
        </p:blipFill>
        <p:spPr>
          <a:xfrm>
            <a:off x="4177966" y="3343988"/>
            <a:ext cx="652058" cy="652052"/>
          </a:xfrm>
          <a:prstGeom prst="rect">
            <a:avLst/>
          </a:prstGeom>
          <a:noFill/>
          <a:ln>
            <a:noFill/>
          </a:ln>
        </p:spPr>
      </p:pic>
      <p:pic>
        <p:nvPicPr>
          <p:cNvPr id="594" name="Google Shape;594;p52"/>
          <p:cNvPicPr preferRelativeResize="0"/>
          <p:nvPr/>
        </p:nvPicPr>
        <p:blipFill>
          <a:blip r:embed="rId4">
            <a:alphaModFix/>
          </a:blip>
          <a:stretch>
            <a:fillRect/>
          </a:stretch>
        </p:blipFill>
        <p:spPr>
          <a:xfrm>
            <a:off x="-12" y="0"/>
            <a:ext cx="3857626" cy="5143501"/>
          </a:xfrm>
          <a:prstGeom prst="rect">
            <a:avLst/>
          </a:prstGeom>
          <a:noFill/>
          <a:ln>
            <a:noFill/>
          </a:ln>
        </p:spPr>
      </p:pic>
      <p:sp>
        <p:nvSpPr>
          <p:cNvPr id="595" name="Google Shape;595;p52"/>
          <p:cNvSpPr txBox="1"/>
          <p:nvPr>
            <p:ph idx="1" type="body"/>
          </p:nvPr>
        </p:nvSpPr>
        <p:spPr>
          <a:xfrm>
            <a:off x="5037275" y="1617775"/>
            <a:ext cx="3438300" cy="3103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sz="1600">
                <a:solidFill>
                  <a:srgbClr val="755B60"/>
                </a:solidFill>
                <a:latin typeface="Lora"/>
                <a:ea typeface="Lora"/>
                <a:cs typeface="Lora"/>
                <a:sym typeface="Lora"/>
              </a:rPr>
              <a:t>Gestión de la información completa sobre los especímenes en una base de datos para su visualización dentro del aplicativo.</a:t>
            </a:r>
            <a:endParaRPr sz="1600">
              <a:solidFill>
                <a:srgbClr val="755B60"/>
              </a:solidFill>
              <a:latin typeface="Lora"/>
              <a:ea typeface="Lora"/>
              <a:cs typeface="Lora"/>
              <a:sym typeface="Lora"/>
            </a:endParaRPr>
          </a:p>
          <a:p>
            <a:pPr indent="0" lvl="0" marL="0" rtl="0" algn="l">
              <a:lnSpc>
                <a:spcPct val="100000"/>
              </a:lnSpc>
              <a:spcBef>
                <a:spcPts val="1600"/>
              </a:spcBef>
              <a:spcAft>
                <a:spcPts val="0"/>
              </a:spcAft>
              <a:buNone/>
            </a:pPr>
            <a:r>
              <a:t/>
            </a:r>
            <a:endParaRPr sz="1600">
              <a:solidFill>
                <a:srgbClr val="755B60"/>
              </a:solidFill>
              <a:latin typeface="Lora"/>
              <a:ea typeface="Lora"/>
              <a:cs typeface="Lora"/>
              <a:sym typeface="Lora"/>
            </a:endParaRPr>
          </a:p>
          <a:p>
            <a:pPr indent="0" lvl="0" marL="0" rtl="0" algn="l">
              <a:lnSpc>
                <a:spcPct val="100000"/>
              </a:lnSpc>
              <a:spcBef>
                <a:spcPts val="1600"/>
              </a:spcBef>
              <a:spcAft>
                <a:spcPts val="0"/>
              </a:spcAft>
              <a:buNone/>
            </a:pPr>
            <a:r>
              <a:rPr lang="es" sz="1600">
                <a:solidFill>
                  <a:srgbClr val="755B60"/>
                </a:solidFill>
                <a:latin typeface="Lora"/>
                <a:ea typeface="Lora"/>
                <a:cs typeface="Lora"/>
                <a:sym typeface="Lora"/>
              </a:rPr>
              <a:t>Georreferenciación y geolocalización.</a:t>
            </a:r>
            <a:endParaRPr sz="1600">
              <a:solidFill>
                <a:srgbClr val="755B60"/>
              </a:solidFill>
              <a:latin typeface="Lora"/>
              <a:ea typeface="Lora"/>
              <a:cs typeface="Lora"/>
              <a:sym typeface="Lora"/>
            </a:endParaRPr>
          </a:p>
          <a:p>
            <a:pPr indent="0" lvl="0" marL="0" rtl="0" algn="l">
              <a:spcBef>
                <a:spcPts val="1600"/>
              </a:spcBef>
              <a:spcAft>
                <a:spcPts val="1600"/>
              </a:spcAft>
              <a:buNone/>
            </a:pPr>
            <a:r>
              <a:t/>
            </a:r>
            <a:endParaRPr sz="1600">
              <a:solidFill>
                <a:srgbClr val="755B60"/>
              </a:solidFill>
              <a:latin typeface="Lora"/>
              <a:ea typeface="Lora"/>
              <a:cs typeface="Lora"/>
              <a:sym typeface="Lora"/>
            </a:endParaRPr>
          </a:p>
        </p:txBody>
      </p:sp>
      <p:sp>
        <p:nvSpPr>
          <p:cNvPr id="596" name="Google Shape;596;p52"/>
          <p:cNvSpPr txBox="1"/>
          <p:nvPr>
            <p:ph type="title"/>
          </p:nvPr>
        </p:nvSpPr>
        <p:spPr>
          <a:xfrm>
            <a:off x="4492775" y="445025"/>
            <a:ext cx="39828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b="0" lang="es" sz="2400">
                <a:solidFill>
                  <a:srgbClr val="755B60"/>
                </a:solidFill>
                <a:latin typeface="Lora Medium"/>
                <a:ea typeface="Lora Medium"/>
                <a:cs typeface="Lora Medium"/>
                <a:sym typeface="Lora Medium"/>
              </a:rPr>
              <a:t>Trabajos Futuros</a:t>
            </a:r>
            <a:endParaRPr b="0" sz="2400">
              <a:solidFill>
                <a:srgbClr val="755B60"/>
              </a:solidFill>
              <a:latin typeface="Lora Medium"/>
              <a:ea typeface="Lora Medium"/>
              <a:cs typeface="Lora Medium"/>
              <a:sym typeface="Lora Medium"/>
            </a:endParaRPr>
          </a:p>
        </p:txBody>
      </p:sp>
      <p:sp>
        <p:nvSpPr>
          <p:cNvPr id="597" name="Google Shape;597;p52"/>
          <p:cNvSpPr/>
          <p:nvPr/>
        </p:nvSpPr>
        <p:spPr>
          <a:xfrm>
            <a:off x="8543925" y="1325"/>
            <a:ext cx="1283100" cy="1283100"/>
          </a:xfrm>
          <a:prstGeom prst="ellipse">
            <a:avLst/>
          </a:prstGeom>
          <a:solidFill>
            <a:srgbClr val="755B60">
              <a:alpha val="7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grpSp>
        <p:nvGrpSpPr>
          <p:cNvPr id="598" name="Google Shape;598;p52"/>
          <p:cNvGrpSpPr/>
          <p:nvPr/>
        </p:nvGrpSpPr>
        <p:grpSpPr>
          <a:xfrm>
            <a:off x="-653692" y="3768845"/>
            <a:ext cx="2292496" cy="1631615"/>
            <a:chOff x="6890293" y="3364751"/>
            <a:chExt cx="3074700" cy="2188325"/>
          </a:xfrm>
        </p:grpSpPr>
        <p:pic>
          <p:nvPicPr>
            <p:cNvPr id="599" name="Google Shape;599;p52"/>
            <p:cNvPicPr preferRelativeResize="0"/>
            <p:nvPr/>
          </p:nvPicPr>
          <p:blipFill>
            <a:blip r:embed="rId5">
              <a:alphaModFix/>
            </a:blip>
            <a:stretch>
              <a:fillRect/>
            </a:stretch>
          </p:blipFill>
          <p:spPr>
            <a:xfrm>
              <a:off x="8387123" y="4048700"/>
              <a:ext cx="1577870" cy="1298572"/>
            </a:xfrm>
            <a:prstGeom prst="rect">
              <a:avLst/>
            </a:prstGeom>
            <a:noFill/>
            <a:ln>
              <a:noFill/>
            </a:ln>
          </p:spPr>
        </p:pic>
        <p:pic>
          <p:nvPicPr>
            <p:cNvPr id="600" name="Google Shape;600;p52"/>
            <p:cNvPicPr preferRelativeResize="0"/>
            <p:nvPr/>
          </p:nvPicPr>
          <p:blipFill>
            <a:blip r:embed="rId5">
              <a:alphaModFix/>
            </a:blip>
            <a:stretch>
              <a:fillRect/>
            </a:stretch>
          </p:blipFill>
          <p:spPr>
            <a:xfrm flipH="1">
              <a:off x="6890293" y="4254504"/>
              <a:ext cx="1577870" cy="1298572"/>
            </a:xfrm>
            <a:prstGeom prst="rect">
              <a:avLst/>
            </a:prstGeom>
            <a:noFill/>
            <a:ln>
              <a:noFill/>
            </a:ln>
          </p:spPr>
        </p:pic>
        <p:pic>
          <p:nvPicPr>
            <p:cNvPr id="601" name="Google Shape;601;p52"/>
            <p:cNvPicPr preferRelativeResize="0"/>
            <p:nvPr/>
          </p:nvPicPr>
          <p:blipFill>
            <a:blip r:embed="rId5">
              <a:alphaModFix/>
            </a:blip>
            <a:stretch>
              <a:fillRect/>
            </a:stretch>
          </p:blipFill>
          <p:spPr>
            <a:xfrm rot="-3887955">
              <a:off x="7703705" y="3616333"/>
              <a:ext cx="1163998" cy="957939"/>
            </a:xfrm>
            <a:prstGeom prst="rect">
              <a:avLst/>
            </a:prstGeom>
            <a:noFill/>
            <a:ln>
              <a:noFill/>
            </a:ln>
          </p:spPr>
        </p:pic>
      </p:grpSp>
      <p:pic>
        <p:nvPicPr>
          <p:cNvPr id="602" name="Google Shape;602;p52"/>
          <p:cNvPicPr preferRelativeResize="0"/>
          <p:nvPr/>
        </p:nvPicPr>
        <p:blipFill>
          <a:blip r:embed="rId6">
            <a:alphaModFix/>
          </a:blip>
          <a:stretch>
            <a:fillRect/>
          </a:stretch>
        </p:blipFill>
        <p:spPr>
          <a:xfrm>
            <a:off x="4052824" y="3193725"/>
            <a:ext cx="446258" cy="446254"/>
          </a:xfrm>
          <a:prstGeom prst="rect">
            <a:avLst/>
          </a:prstGeom>
          <a:noFill/>
          <a:ln>
            <a:noFill/>
          </a:ln>
        </p:spPr>
      </p:pic>
      <p:pic>
        <p:nvPicPr>
          <p:cNvPr id="603" name="Google Shape;603;p52"/>
          <p:cNvPicPr preferRelativeResize="0"/>
          <p:nvPr/>
        </p:nvPicPr>
        <p:blipFill>
          <a:blip r:embed="rId7">
            <a:alphaModFix/>
          </a:blip>
          <a:stretch>
            <a:fillRect/>
          </a:stretch>
        </p:blipFill>
        <p:spPr>
          <a:xfrm>
            <a:off x="4190998" y="1751250"/>
            <a:ext cx="639025" cy="6390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FEF">
            <a:alpha val="92160"/>
          </a:srgbClr>
        </a:solidFill>
      </p:bgPr>
    </p:bg>
    <p:spTree>
      <p:nvGrpSpPr>
        <p:cNvPr id="607" name="Shape 607"/>
        <p:cNvGrpSpPr/>
        <p:nvPr/>
      </p:nvGrpSpPr>
      <p:grpSpPr>
        <a:xfrm>
          <a:off x="0" y="0"/>
          <a:ext cx="0" cy="0"/>
          <a:chOff x="0" y="0"/>
          <a:chExt cx="0" cy="0"/>
        </a:xfrm>
      </p:grpSpPr>
      <p:pic>
        <p:nvPicPr>
          <p:cNvPr id="608" name="Google Shape;608;p53"/>
          <p:cNvPicPr preferRelativeResize="0"/>
          <p:nvPr/>
        </p:nvPicPr>
        <p:blipFill>
          <a:blip r:embed="rId3">
            <a:alphaModFix/>
          </a:blip>
          <a:stretch>
            <a:fillRect/>
          </a:stretch>
        </p:blipFill>
        <p:spPr>
          <a:xfrm>
            <a:off x="-12" y="0"/>
            <a:ext cx="3857626" cy="5143501"/>
          </a:xfrm>
          <a:prstGeom prst="rect">
            <a:avLst/>
          </a:prstGeom>
          <a:noFill/>
          <a:ln>
            <a:noFill/>
          </a:ln>
        </p:spPr>
      </p:pic>
      <p:sp>
        <p:nvSpPr>
          <p:cNvPr id="609" name="Google Shape;609;p53"/>
          <p:cNvSpPr txBox="1"/>
          <p:nvPr>
            <p:ph idx="1" type="body"/>
          </p:nvPr>
        </p:nvSpPr>
        <p:spPr>
          <a:xfrm>
            <a:off x="5046125" y="1617775"/>
            <a:ext cx="3429600" cy="3103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sz="1600">
                <a:latin typeface="Lora"/>
                <a:ea typeface="Lora"/>
                <a:cs typeface="Lora"/>
                <a:sym typeface="Lora"/>
              </a:rPr>
              <a:t>Mejora en el proceso de interacción implementando actividades con Realidad Virtual.</a:t>
            </a:r>
            <a:endParaRPr sz="1600">
              <a:latin typeface="Lora"/>
              <a:ea typeface="Lora"/>
              <a:cs typeface="Lora"/>
              <a:sym typeface="Lora"/>
            </a:endParaRPr>
          </a:p>
          <a:p>
            <a:pPr indent="0" lvl="0" marL="0" rtl="0" algn="l">
              <a:lnSpc>
                <a:spcPct val="100000"/>
              </a:lnSpc>
              <a:spcBef>
                <a:spcPts val="1600"/>
              </a:spcBef>
              <a:spcAft>
                <a:spcPts val="0"/>
              </a:spcAft>
              <a:buNone/>
            </a:pPr>
            <a:r>
              <a:t/>
            </a:r>
            <a:endParaRPr sz="1600">
              <a:latin typeface="Lora"/>
              <a:ea typeface="Lora"/>
              <a:cs typeface="Lora"/>
              <a:sym typeface="Lora"/>
            </a:endParaRPr>
          </a:p>
          <a:p>
            <a:pPr indent="0" lvl="0" marL="0" rtl="0" algn="l">
              <a:lnSpc>
                <a:spcPct val="100000"/>
              </a:lnSpc>
              <a:spcBef>
                <a:spcPts val="1600"/>
              </a:spcBef>
              <a:spcAft>
                <a:spcPts val="0"/>
              </a:spcAft>
              <a:buNone/>
            </a:pPr>
            <a:r>
              <a:rPr lang="es" sz="1600">
                <a:solidFill>
                  <a:srgbClr val="755B60"/>
                </a:solidFill>
                <a:latin typeface="Lora"/>
                <a:ea typeface="Lora"/>
                <a:cs typeface="Lora"/>
                <a:sym typeface="Lora"/>
              </a:rPr>
              <a:t>Sistema de Recomendación a Visitantes.</a:t>
            </a:r>
            <a:endParaRPr sz="1600">
              <a:solidFill>
                <a:srgbClr val="755B60"/>
              </a:solidFill>
              <a:latin typeface="Lora"/>
              <a:ea typeface="Lora"/>
              <a:cs typeface="Lora"/>
              <a:sym typeface="Lora"/>
            </a:endParaRPr>
          </a:p>
          <a:p>
            <a:pPr indent="0" lvl="0" marL="0" rtl="0" algn="l">
              <a:lnSpc>
                <a:spcPct val="100000"/>
              </a:lnSpc>
              <a:spcBef>
                <a:spcPts val="1600"/>
              </a:spcBef>
              <a:spcAft>
                <a:spcPts val="0"/>
              </a:spcAft>
              <a:buNone/>
            </a:pPr>
            <a:r>
              <a:t/>
            </a:r>
            <a:endParaRPr sz="1600">
              <a:solidFill>
                <a:srgbClr val="755B60"/>
              </a:solidFill>
              <a:latin typeface="Lora"/>
              <a:ea typeface="Lora"/>
              <a:cs typeface="Lora"/>
              <a:sym typeface="Lora"/>
            </a:endParaRPr>
          </a:p>
          <a:p>
            <a:pPr indent="0" lvl="0" marL="0" rtl="0" algn="l">
              <a:lnSpc>
                <a:spcPct val="100000"/>
              </a:lnSpc>
              <a:spcBef>
                <a:spcPts val="1600"/>
              </a:spcBef>
              <a:spcAft>
                <a:spcPts val="1600"/>
              </a:spcAft>
              <a:buNone/>
            </a:pPr>
            <a:r>
              <a:rPr lang="es" sz="1600">
                <a:solidFill>
                  <a:srgbClr val="755B60"/>
                </a:solidFill>
                <a:latin typeface="Lora"/>
                <a:ea typeface="Lora"/>
                <a:cs typeface="Lora"/>
                <a:sym typeface="Lora"/>
              </a:rPr>
              <a:t>M</a:t>
            </a:r>
            <a:r>
              <a:rPr lang="es" sz="1600">
                <a:solidFill>
                  <a:srgbClr val="755B60"/>
                </a:solidFill>
                <a:latin typeface="Lora"/>
                <a:ea typeface="Lora"/>
                <a:cs typeface="Lora"/>
                <a:sym typeface="Lora"/>
              </a:rPr>
              <a:t>ultilenguaje.</a:t>
            </a:r>
            <a:endParaRPr sz="1600">
              <a:solidFill>
                <a:srgbClr val="755B60"/>
              </a:solidFill>
              <a:latin typeface="Lora"/>
              <a:ea typeface="Lora"/>
              <a:cs typeface="Lora"/>
              <a:sym typeface="Lora"/>
            </a:endParaRPr>
          </a:p>
        </p:txBody>
      </p:sp>
      <p:sp>
        <p:nvSpPr>
          <p:cNvPr id="610" name="Google Shape;610;p53"/>
          <p:cNvSpPr txBox="1"/>
          <p:nvPr>
            <p:ph type="title"/>
          </p:nvPr>
        </p:nvSpPr>
        <p:spPr>
          <a:xfrm>
            <a:off x="4492775" y="445025"/>
            <a:ext cx="3982800" cy="572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b="0" lang="es" sz="2400">
                <a:solidFill>
                  <a:srgbClr val="755B60"/>
                </a:solidFill>
                <a:latin typeface="Lora Medium"/>
                <a:ea typeface="Lora Medium"/>
                <a:cs typeface="Lora Medium"/>
                <a:sym typeface="Lora Medium"/>
              </a:rPr>
              <a:t>Trabajos Futuros</a:t>
            </a:r>
            <a:endParaRPr b="0" sz="2400">
              <a:solidFill>
                <a:srgbClr val="755B60"/>
              </a:solidFill>
              <a:latin typeface="Lora Medium"/>
              <a:ea typeface="Lora Medium"/>
              <a:cs typeface="Lora Medium"/>
              <a:sym typeface="Lora Medium"/>
            </a:endParaRPr>
          </a:p>
        </p:txBody>
      </p:sp>
      <p:sp>
        <p:nvSpPr>
          <p:cNvPr id="611" name="Google Shape;611;p53"/>
          <p:cNvSpPr/>
          <p:nvPr/>
        </p:nvSpPr>
        <p:spPr>
          <a:xfrm>
            <a:off x="8543925" y="1325"/>
            <a:ext cx="1283100" cy="1283100"/>
          </a:xfrm>
          <a:prstGeom prst="ellipse">
            <a:avLst/>
          </a:prstGeom>
          <a:solidFill>
            <a:srgbClr val="755B60">
              <a:alpha val="700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grpSp>
        <p:nvGrpSpPr>
          <p:cNvPr id="612" name="Google Shape;612;p53"/>
          <p:cNvGrpSpPr/>
          <p:nvPr/>
        </p:nvGrpSpPr>
        <p:grpSpPr>
          <a:xfrm>
            <a:off x="-653692" y="3768845"/>
            <a:ext cx="2292496" cy="1631615"/>
            <a:chOff x="6890293" y="3364751"/>
            <a:chExt cx="3074700" cy="2188325"/>
          </a:xfrm>
        </p:grpSpPr>
        <p:pic>
          <p:nvPicPr>
            <p:cNvPr id="613" name="Google Shape;613;p53"/>
            <p:cNvPicPr preferRelativeResize="0"/>
            <p:nvPr/>
          </p:nvPicPr>
          <p:blipFill>
            <a:blip r:embed="rId4">
              <a:alphaModFix/>
            </a:blip>
            <a:stretch>
              <a:fillRect/>
            </a:stretch>
          </p:blipFill>
          <p:spPr>
            <a:xfrm>
              <a:off x="8387123" y="4048700"/>
              <a:ext cx="1577870" cy="1298572"/>
            </a:xfrm>
            <a:prstGeom prst="rect">
              <a:avLst/>
            </a:prstGeom>
            <a:noFill/>
            <a:ln>
              <a:noFill/>
            </a:ln>
          </p:spPr>
        </p:pic>
        <p:pic>
          <p:nvPicPr>
            <p:cNvPr id="614" name="Google Shape;614;p53"/>
            <p:cNvPicPr preferRelativeResize="0"/>
            <p:nvPr/>
          </p:nvPicPr>
          <p:blipFill>
            <a:blip r:embed="rId4">
              <a:alphaModFix/>
            </a:blip>
            <a:stretch>
              <a:fillRect/>
            </a:stretch>
          </p:blipFill>
          <p:spPr>
            <a:xfrm flipH="1">
              <a:off x="6890293" y="4254504"/>
              <a:ext cx="1577870" cy="1298572"/>
            </a:xfrm>
            <a:prstGeom prst="rect">
              <a:avLst/>
            </a:prstGeom>
            <a:noFill/>
            <a:ln>
              <a:noFill/>
            </a:ln>
          </p:spPr>
        </p:pic>
        <p:pic>
          <p:nvPicPr>
            <p:cNvPr id="615" name="Google Shape;615;p53"/>
            <p:cNvPicPr preferRelativeResize="0"/>
            <p:nvPr/>
          </p:nvPicPr>
          <p:blipFill>
            <a:blip r:embed="rId4">
              <a:alphaModFix/>
            </a:blip>
            <a:stretch>
              <a:fillRect/>
            </a:stretch>
          </p:blipFill>
          <p:spPr>
            <a:xfrm rot="-3887955">
              <a:off x="7703705" y="3616333"/>
              <a:ext cx="1163998" cy="957939"/>
            </a:xfrm>
            <a:prstGeom prst="rect">
              <a:avLst/>
            </a:prstGeom>
            <a:noFill/>
            <a:ln>
              <a:noFill/>
            </a:ln>
          </p:spPr>
        </p:pic>
      </p:grpSp>
      <p:pic>
        <p:nvPicPr>
          <p:cNvPr id="616" name="Google Shape;616;p53"/>
          <p:cNvPicPr preferRelativeResize="0"/>
          <p:nvPr/>
        </p:nvPicPr>
        <p:blipFill>
          <a:blip r:embed="rId5">
            <a:alphaModFix/>
          </a:blip>
          <a:stretch>
            <a:fillRect/>
          </a:stretch>
        </p:blipFill>
        <p:spPr>
          <a:xfrm>
            <a:off x="4190998" y="3959275"/>
            <a:ext cx="636875" cy="636875"/>
          </a:xfrm>
          <a:prstGeom prst="rect">
            <a:avLst/>
          </a:prstGeom>
          <a:noFill/>
          <a:ln>
            <a:noFill/>
          </a:ln>
        </p:spPr>
      </p:pic>
      <p:pic>
        <p:nvPicPr>
          <p:cNvPr id="617" name="Google Shape;617;p53"/>
          <p:cNvPicPr preferRelativeResize="0"/>
          <p:nvPr/>
        </p:nvPicPr>
        <p:blipFill>
          <a:blip r:embed="rId6">
            <a:alphaModFix/>
          </a:blip>
          <a:stretch>
            <a:fillRect/>
          </a:stretch>
        </p:blipFill>
        <p:spPr>
          <a:xfrm>
            <a:off x="4190998" y="1726825"/>
            <a:ext cx="636875" cy="636875"/>
          </a:xfrm>
          <a:prstGeom prst="rect">
            <a:avLst/>
          </a:prstGeom>
          <a:noFill/>
          <a:ln>
            <a:noFill/>
          </a:ln>
        </p:spPr>
      </p:pic>
      <p:pic>
        <p:nvPicPr>
          <p:cNvPr id="618" name="Google Shape;618;p53"/>
          <p:cNvPicPr preferRelativeResize="0"/>
          <p:nvPr/>
        </p:nvPicPr>
        <p:blipFill>
          <a:blip r:embed="rId7">
            <a:alphaModFix/>
          </a:blip>
          <a:stretch>
            <a:fillRect/>
          </a:stretch>
        </p:blipFill>
        <p:spPr>
          <a:xfrm>
            <a:off x="4190998" y="2843050"/>
            <a:ext cx="636875" cy="6368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7C160"/>
        </a:solidFill>
      </p:bgPr>
    </p:bg>
    <p:spTree>
      <p:nvGrpSpPr>
        <p:cNvPr id="622" name="Shape 622"/>
        <p:cNvGrpSpPr/>
        <p:nvPr/>
      </p:nvGrpSpPr>
      <p:grpSpPr>
        <a:xfrm>
          <a:off x="0" y="0"/>
          <a:ext cx="0" cy="0"/>
          <a:chOff x="0" y="0"/>
          <a:chExt cx="0" cy="0"/>
        </a:xfrm>
      </p:grpSpPr>
      <p:pic>
        <p:nvPicPr>
          <p:cNvPr id="623" name="Google Shape;623;p54" title="capture-1.mp4">
            <a:hlinkClick r:id="rId3"/>
          </p:cNvPr>
          <p:cNvPicPr preferRelativeResize="0"/>
          <p:nvPr/>
        </p:nvPicPr>
        <p:blipFill>
          <a:blip r:embed="rId4">
            <a:alphaModFix/>
          </a:blip>
          <a:stretch>
            <a:fillRect/>
          </a:stretch>
        </p:blipFill>
        <p:spPr>
          <a:xfrm>
            <a:off x="1089800" y="1097750"/>
            <a:ext cx="7010774" cy="3691624"/>
          </a:xfrm>
          <a:prstGeom prst="rect">
            <a:avLst/>
          </a:prstGeom>
          <a:noFill/>
          <a:ln>
            <a:noFill/>
          </a:ln>
        </p:spPr>
      </p:pic>
      <p:sp>
        <p:nvSpPr>
          <p:cNvPr id="624" name="Google Shape;624;p54"/>
          <p:cNvSpPr txBox="1"/>
          <p:nvPr>
            <p:ph type="title"/>
          </p:nvPr>
        </p:nvSpPr>
        <p:spPr>
          <a:xfrm>
            <a:off x="913825" y="445025"/>
            <a:ext cx="7371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0" lang="es" sz="2400">
                <a:solidFill>
                  <a:srgbClr val="FFFFFF"/>
                </a:solidFill>
                <a:latin typeface="Lora SemiBold"/>
                <a:ea typeface="Lora SemiBold"/>
                <a:cs typeface="Lora SemiBold"/>
                <a:sym typeface="Lora SemiBold"/>
              </a:rPr>
              <a:t>Trabajo Futuro</a:t>
            </a:r>
            <a:endParaRPr b="0" sz="2400">
              <a:solidFill>
                <a:srgbClr val="FFFFFF"/>
              </a:solidFill>
              <a:latin typeface="Lora SemiBold"/>
              <a:ea typeface="Lora SemiBold"/>
              <a:cs typeface="Lora SemiBold"/>
              <a:sym typeface="Lora SemiBold"/>
            </a:endParaRPr>
          </a:p>
        </p:txBody>
      </p:sp>
      <p:grpSp>
        <p:nvGrpSpPr>
          <p:cNvPr id="625" name="Google Shape;625;p54"/>
          <p:cNvGrpSpPr/>
          <p:nvPr/>
        </p:nvGrpSpPr>
        <p:grpSpPr>
          <a:xfrm>
            <a:off x="7734183" y="3869720"/>
            <a:ext cx="2292496" cy="1631615"/>
            <a:chOff x="6890293" y="3364751"/>
            <a:chExt cx="3074700" cy="2188325"/>
          </a:xfrm>
        </p:grpSpPr>
        <p:pic>
          <p:nvPicPr>
            <p:cNvPr id="626" name="Google Shape;626;p54"/>
            <p:cNvPicPr preferRelativeResize="0"/>
            <p:nvPr/>
          </p:nvPicPr>
          <p:blipFill>
            <a:blip r:embed="rId5">
              <a:alphaModFix/>
            </a:blip>
            <a:stretch>
              <a:fillRect/>
            </a:stretch>
          </p:blipFill>
          <p:spPr>
            <a:xfrm>
              <a:off x="8387123" y="4048700"/>
              <a:ext cx="1577870" cy="1298572"/>
            </a:xfrm>
            <a:prstGeom prst="rect">
              <a:avLst/>
            </a:prstGeom>
            <a:noFill/>
            <a:ln>
              <a:noFill/>
            </a:ln>
          </p:spPr>
        </p:pic>
        <p:pic>
          <p:nvPicPr>
            <p:cNvPr id="627" name="Google Shape;627;p54"/>
            <p:cNvPicPr preferRelativeResize="0"/>
            <p:nvPr/>
          </p:nvPicPr>
          <p:blipFill>
            <a:blip r:embed="rId5">
              <a:alphaModFix/>
            </a:blip>
            <a:stretch>
              <a:fillRect/>
            </a:stretch>
          </p:blipFill>
          <p:spPr>
            <a:xfrm flipH="1">
              <a:off x="6890293" y="4254504"/>
              <a:ext cx="1577870" cy="1298572"/>
            </a:xfrm>
            <a:prstGeom prst="rect">
              <a:avLst/>
            </a:prstGeom>
            <a:noFill/>
            <a:ln>
              <a:noFill/>
            </a:ln>
          </p:spPr>
        </p:pic>
        <p:pic>
          <p:nvPicPr>
            <p:cNvPr id="628" name="Google Shape;628;p54"/>
            <p:cNvPicPr preferRelativeResize="0"/>
            <p:nvPr/>
          </p:nvPicPr>
          <p:blipFill>
            <a:blip r:embed="rId5">
              <a:alphaModFix/>
            </a:blip>
            <a:stretch>
              <a:fillRect/>
            </a:stretch>
          </p:blipFill>
          <p:spPr>
            <a:xfrm rot="-3887955">
              <a:off x="7703705" y="3616333"/>
              <a:ext cx="1163998" cy="957939"/>
            </a:xfrm>
            <a:prstGeom prst="rect">
              <a:avLst/>
            </a:prstGeom>
            <a:noFill/>
            <a:ln>
              <a:noFill/>
            </a:ln>
          </p:spPr>
        </p:pic>
      </p:grpSp>
      <p:sp>
        <p:nvSpPr>
          <p:cNvPr id="629" name="Google Shape;629;p54"/>
          <p:cNvSpPr/>
          <p:nvPr/>
        </p:nvSpPr>
        <p:spPr>
          <a:xfrm>
            <a:off x="-676275" y="1325"/>
            <a:ext cx="1283100" cy="1283100"/>
          </a:xfrm>
          <a:prstGeom prst="ellipse">
            <a:avLst/>
          </a:prstGeom>
          <a:solidFill>
            <a:srgbClr val="F8FFEF">
              <a:alpha val="9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7C160"/>
        </a:solidFill>
      </p:bgPr>
    </p:bg>
    <p:spTree>
      <p:nvGrpSpPr>
        <p:cNvPr id="633" name="Shape 633"/>
        <p:cNvGrpSpPr/>
        <p:nvPr/>
      </p:nvGrpSpPr>
      <p:grpSpPr>
        <a:xfrm>
          <a:off x="0" y="0"/>
          <a:ext cx="0" cy="0"/>
          <a:chOff x="0" y="0"/>
          <a:chExt cx="0" cy="0"/>
        </a:xfrm>
      </p:grpSpPr>
      <p:pic>
        <p:nvPicPr>
          <p:cNvPr id="634" name="Google Shape;634;p55"/>
          <p:cNvPicPr preferRelativeResize="0"/>
          <p:nvPr/>
        </p:nvPicPr>
        <p:blipFill rotWithShape="1">
          <a:blip r:embed="rId3">
            <a:alphaModFix/>
          </a:blip>
          <a:srcRect b="19005" l="0" r="0" t="5992"/>
          <a:stretch/>
        </p:blipFill>
        <p:spPr>
          <a:xfrm>
            <a:off x="0" y="-6"/>
            <a:ext cx="9144000" cy="5143507"/>
          </a:xfrm>
          <a:prstGeom prst="rect">
            <a:avLst/>
          </a:prstGeom>
          <a:noFill/>
          <a:ln>
            <a:noFill/>
          </a:ln>
        </p:spPr>
      </p:pic>
      <p:sp>
        <p:nvSpPr>
          <p:cNvPr id="635" name="Google Shape;635;p55"/>
          <p:cNvSpPr/>
          <p:nvPr/>
        </p:nvSpPr>
        <p:spPr>
          <a:xfrm>
            <a:off x="533550" y="-16200"/>
            <a:ext cx="3423000" cy="5159700"/>
          </a:xfrm>
          <a:prstGeom prst="rect">
            <a:avLst/>
          </a:prstGeom>
          <a:solidFill>
            <a:srgbClr val="F8FFEF">
              <a:alpha val="921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55"/>
          <p:cNvSpPr txBox="1"/>
          <p:nvPr>
            <p:ph type="title"/>
          </p:nvPr>
        </p:nvSpPr>
        <p:spPr>
          <a:xfrm>
            <a:off x="608550" y="1769850"/>
            <a:ext cx="34230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s">
                <a:solidFill>
                  <a:schemeClr val="dk1"/>
                </a:solidFill>
                <a:latin typeface="Lora SemiBold"/>
                <a:ea typeface="Lora SemiBold"/>
                <a:cs typeface="Lora SemiBold"/>
                <a:sym typeface="Lora SemiBold"/>
              </a:rPr>
              <a:t>¡GRACIAS!</a:t>
            </a:r>
            <a:endParaRPr b="0">
              <a:solidFill>
                <a:schemeClr val="dk1"/>
              </a:solidFill>
              <a:latin typeface="Lora SemiBold"/>
              <a:ea typeface="Lora SemiBold"/>
              <a:cs typeface="Lora SemiBold"/>
              <a:sym typeface="Lora SemiBold"/>
            </a:endParaRPr>
          </a:p>
        </p:txBody>
      </p:sp>
      <p:grpSp>
        <p:nvGrpSpPr>
          <p:cNvPr id="637" name="Google Shape;637;p55"/>
          <p:cNvGrpSpPr/>
          <p:nvPr/>
        </p:nvGrpSpPr>
        <p:grpSpPr>
          <a:xfrm>
            <a:off x="7734183" y="3869720"/>
            <a:ext cx="2292496" cy="1631615"/>
            <a:chOff x="6890293" y="3364751"/>
            <a:chExt cx="3074700" cy="2188325"/>
          </a:xfrm>
        </p:grpSpPr>
        <p:pic>
          <p:nvPicPr>
            <p:cNvPr id="638" name="Google Shape;638;p55"/>
            <p:cNvPicPr preferRelativeResize="0"/>
            <p:nvPr/>
          </p:nvPicPr>
          <p:blipFill>
            <a:blip r:embed="rId4">
              <a:alphaModFix/>
            </a:blip>
            <a:stretch>
              <a:fillRect/>
            </a:stretch>
          </p:blipFill>
          <p:spPr>
            <a:xfrm>
              <a:off x="8387123" y="4048700"/>
              <a:ext cx="1577870" cy="1298572"/>
            </a:xfrm>
            <a:prstGeom prst="rect">
              <a:avLst/>
            </a:prstGeom>
            <a:noFill/>
            <a:ln>
              <a:noFill/>
            </a:ln>
          </p:spPr>
        </p:pic>
        <p:pic>
          <p:nvPicPr>
            <p:cNvPr id="639" name="Google Shape;639;p55"/>
            <p:cNvPicPr preferRelativeResize="0"/>
            <p:nvPr/>
          </p:nvPicPr>
          <p:blipFill>
            <a:blip r:embed="rId4">
              <a:alphaModFix/>
            </a:blip>
            <a:stretch>
              <a:fillRect/>
            </a:stretch>
          </p:blipFill>
          <p:spPr>
            <a:xfrm flipH="1">
              <a:off x="6890293" y="4254504"/>
              <a:ext cx="1577870" cy="1298572"/>
            </a:xfrm>
            <a:prstGeom prst="rect">
              <a:avLst/>
            </a:prstGeom>
            <a:noFill/>
            <a:ln>
              <a:noFill/>
            </a:ln>
          </p:spPr>
        </p:pic>
        <p:pic>
          <p:nvPicPr>
            <p:cNvPr id="640" name="Google Shape;640;p55"/>
            <p:cNvPicPr preferRelativeResize="0"/>
            <p:nvPr/>
          </p:nvPicPr>
          <p:blipFill>
            <a:blip r:embed="rId4">
              <a:alphaModFix/>
            </a:blip>
            <a:stretch>
              <a:fillRect/>
            </a:stretch>
          </p:blipFill>
          <p:spPr>
            <a:xfrm rot="-3887955">
              <a:off x="7703705" y="3616333"/>
              <a:ext cx="1163998" cy="957939"/>
            </a:xfrm>
            <a:prstGeom prst="rect">
              <a:avLst/>
            </a:prstGeom>
            <a:noFill/>
            <a:ln>
              <a:noFill/>
            </a:ln>
          </p:spPr>
        </p:pic>
      </p:grpSp>
      <p:sp>
        <p:nvSpPr>
          <p:cNvPr id="641" name="Google Shape;641;p55"/>
          <p:cNvSpPr/>
          <p:nvPr/>
        </p:nvSpPr>
        <p:spPr>
          <a:xfrm>
            <a:off x="-371475" y="1525325"/>
            <a:ext cx="1283100" cy="1283100"/>
          </a:xfrm>
          <a:prstGeom prst="ellipse">
            <a:avLst/>
          </a:prstGeom>
          <a:solidFill>
            <a:srgbClr val="97C1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rgbClr val="8AE163"/>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274E13"/>
      </a:dk1>
      <a:lt1>
        <a:srgbClr val="FFFFFF"/>
      </a:lt1>
      <a:dk2>
        <a:srgbClr val="755B60"/>
      </a:dk2>
      <a:lt2>
        <a:srgbClr val="EEEEEE"/>
      </a:lt2>
      <a:accent1>
        <a:srgbClr val="97C160"/>
      </a:accent1>
      <a:accent2>
        <a:srgbClr val="755B60"/>
      </a:accent2>
      <a:accent3>
        <a:srgbClr val="78909C"/>
      </a:accent3>
      <a:accent4>
        <a:srgbClr val="8AE163"/>
      </a:accent4>
      <a:accent5>
        <a:srgbClr val="0097A7"/>
      </a:accent5>
      <a:accent6>
        <a:srgbClr val="EEFF41"/>
      </a:accent6>
      <a:hlink>
        <a:srgbClr val="755B6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